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D6A54D-D354-433C-96D7-B5F62A538244}" v="219" dt="2025-09-24T19:35:12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96" y="7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en DE BELIE" userId="0b604c76-dc05-41eb-aae4-58be6ad353f8" providerId="ADAL" clId="{A0CAB841-4192-4D5A-AB98-8769508D3B25}"/>
    <pc:docChg chg="undo custSel addSld delSld modSld sldOrd">
      <pc:chgData name="Koen DE BELIE" userId="0b604c76-dc05-41eb-aae4-58be6ad353f8" providerId="ADAL" clId="{A0CAB841-4192-4D5A-AB98-8769508D3B25}" dt="2025-09-24T19:59:34.865" v="1347" actId="47"/>
      <pc:docMkLst>
        <pc:docMk/>
      </pc:docMkLst>
      <pc:sldChg chg="addSp modSp del mod setBg setClrOvrMap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56"/>
        </pc:sldMkLst>
        <pc:spChg chg="mod">
          <ac:chgData name="Koen DE BELIE" userId="0b604c76-dc05-41eb-aae4-58be6ad353f8" providerId="ADAL" clId="{A0CAB841-4192-4D5A-AB98-8769508D3B25}" dt="2025-09-24T17:04:26.408" v="42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Koen DE BELIE" userId="0b604c76-dc05-41eb-aae4-58be6ad353f8" providerId="ADAL" clId="{A0CAB841-4192-4D5A-AB98-8769508D3B25}" dt="2025-09-24T17:04:58.343" v="49" actId="14100"/>
          <ac:spMkLst>
            <pc:docMk/>
            <pc:sldMk cId="0" sldId="256"/>
            <ac:spMk id="3" creationId="{00000000-0000-0000-0000-000000000000}"/>
          </ac:spMkLst>
        </pc:spChg>
        <pc:spChg chg="add">
          <ac:chgData name="Koen DE BELIE" userId="0b604c76-dc05-41eb-aae4-58be6ad353f8" providerId="ADAL" clId="{A0CAB841-4192-4D5A-AB98-8769508D3B25}" dt="2025-09-24T17:04:16.536" v="40" actId="26606"/>
          <ac:spMkLst>
            <pc:docMk/>
            <pc:sldMk cId="0" sldId="256"/>
            <ac:spMk id="1031" creationId="{6020E385-54F4-42F2-9A7E-7A8B8160EC60}"/>
          </ac:spMkLst>
        </pc:spChg>
        <pc:spChg chg="add">
          <ac:chgData name="Koen DE BELIE" userId="0b604c76-dc05-41eb-aae4-58be6ad353f8" providerId="ADAL" clId="{A0CAB841-4192-4D5A-AB98-8769508D3B25}" dt="2025-09-24T17:04:16.536" v="40" actId="26606"/>
          <ac:spMkLst>
            <pc:docMk/>
            <pc:sldMk cId="0" sldId="256"/>
            <ac:spMk id="1033" creationId="{B1B60728-8C3E-4908-96B8-23E96225950E}"/>
          </ac:spMkLst>
        </pc:spChg>
        <pc:picChg chg="add mod">
          <ac:chgData name="Koen DE BELIE" userId="0b604c76-dc05-41eb-aae4-58be6ad353f8" providerId="ADAL" clId="{A0CAB841-4192-4D5A-AB98-8769508D3B25}" dt="2025-09-24T17:04:16.536" v="40" actId="26606"/>
          <ac:picMkLst>
            <pc:docMk/>
            <pc:sldMk cId="0" sldId="256"/>
            <ac:picMk id="1026" creationId="{DA38754A-FC53-C894-9B9E-194E459792DD}"/>
          </ac:picMkLst>
        </pc:picChg>
      </pc:sldChg>
      <pc:sldChg chg="addSp modSp del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57"/>
        </pc:sldMkLst>
        <pc:spChg chg="add mod">
          <ac:chgData name="Koen DE BELIE" userId="0b604c76-dc05-41eb-aae4-58be6ad353f8" providerId="ADAL" clId="{A0CAB841-4192-4D5A-AB98-8769508D3B25}" dt="2025-09-24T15:33:57.995" v="0"/>
          <ac:spMkLst>
            <pc:docMk/>
            <pc:sldMk cId="0" sldId="257"/>
            <ac:spMk id="2" creationId="{C24FC6D9-AF55-3E98-EFF8-974C00D0BBC3}"/>
          </ac:spMkLst>
        </pc:spChg>
      </pc:sldChg>
      <pc:sldChg chg="addSp modSp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58"/>
        </pc:sldMkLst>
        <pc:spChg chg="add mod">
          <ac:chgData name="Koen DE BELIE" userId="0b604c76-dc05-41eb-aae4-58be6ad353f8" providerId="ADAL" clId="{A0CAB841-4192-4D5A-AB98-8769508D3B25}" dt="2025-09-24T15:34:00.927" v="10"/>
          <ac:spMkLst>
            <pc:docMk/>
            <pc:sldMk cId="0" sldId="258"/>
            <ac:spMk id="2" creationId="{891B7DFB-8FFE-95EE-D502-F3F45D46DCF6}"/>
          </ac:spMkLst>
        </pc:spChg>
        <pc:spChg chg="mod">
          <ac:chgData name="Koen DE BELIE" userId="0b604c76-dc05-41eb-aae4-58be6ad353f8" providerId="ADAL" clId="{A0CAB841-4192-4D5A-AB98-8769508D3B25}" dt="2025-09-24T15:33:58.171" v="1" actId="27636"/>
          <ac:spMkLst>
            <pc:docMk/>
            <pc:sldMk cId="0" sldId="258"/>
            <ac:spMk id="3" creationId="{00000000-0000-0000-0000-000000000000}"/>
          </ac:spMkLst>
        </pc:spChg>
      </pc:sldChg>
      <pc:sldChg chg="addSp modSp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59"/>
        </pc:sldMkLst>
        <pc:spChg chg="add mod">
          <ac:chgData name="Koen DE BELIE" userId="0b604c76-dc05-41eb-aae4-58be6ad353f8" providerId="ADAL" clId="{A0CAB841-4192-4D5A-AB98-8769508D3B25}" dt="2025-09-24T15:34:04.782" v="11"/>
          <ac:spMkLst>
            <pc:docMk/>
            <pc:sldMk cId="0" sldId="259"/>
            <ac:spMk id="2" creationId="{1E7A1444-A7C3-F173-85DD-8FE6146538B3}"/>
          </ac:spMkLst>
        </pc:spChg>
        <pc:spChg chg="mod">
          <ac:chgData name="Koen DE BELIE" userId="0b604c76-dc05-41eb-aae4-58be6ad353f8" providerId="ADAL" clId="{A0CAB841-4192-4D5A-AB98-8769508D3B25}" dt="2025-09-24T19:21:22.077" v="1209" actId="20577"/>
          <ac:spMkLst>
            <pc:docMk/>
            <pc:sldMk cId="0" sldId="259"/>
            <ac:spMk id="3" creationId="{00000000-0000-0000-0000-000000000000}"/>
          </ac:spMkLst>
        </pc:spChg>
      </pc:sldChg>
      <pc:sldChg chg="addSp modSp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60"/>
        </pc:sldMkLst>
        <pc:spChg chg="add mod">
          <ac:chgData name="Koen DE BELIE" userId="0b604c76-dc05-41eb-aae4-58be6ad353f8" providerId="ADAL" clId="{A0CAB841-4192-4D5A-AB98-8769508D3B25}" dt="2025-09-24T15:34:11.114" v="12"/>
          <ac:spMkLst>
            <pc:docMk/>
            <pc:sldMk cId="0" sldId="260"/>
            <ac:spMk id="2" creationId="{44255C36-EF77-4358-58BF-9D5BF274C02C}"/>
          </ac:spMkLst>
        </pc:spChg>
        <pc:spChg chg="mod">
          <ac:chgData name="Koen DE BELIE" userId="0b604c76-dc05-41eb-aae4-58be6ad353f8" providerId="ADAL" clId="{A0CAB841-4192-4D5A-AB98-8769508D3B25}" dt="2025-09-24T19:21:37.708" v="1210" actId="6549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Koen DE BELIE" userId="0b604c76-dc05-41eb-aae4-58be6ad353f8" providerId="ADAL" clId="{A0CAB841-4192-4D5A-AB98-8769508D3B25}" dt="2025-09-24T17:50:56.307" v="54" actId="14100"/>
          <ac:picMkLst>
            <pc:docMk/>
            <pc:sldMk cId="0" sldId="260"/>
            <ac:picMk id="5" creationId="{C195EA44-18AD-4561-5A94-D89424E08C6F}"/>
          </ac:picMkLst>
        </pc:picChg>
      </pc:sldChg>
      <pc:sldChg chg="addSp modSp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61"/>
        </pc:sldMkLst>
        <pc:spChg chg="mod">
          <ac:chgData name="Koen DE BELIE" userId="0b604c76-dc05-41eb-aae4-58be6ad353f8" providerId="ADAL" clId="{A0CAB841-4192-4D5A-AB98-8769508D3B25}" dt="2025-09-24T15:33:58.193" v="2" actId="27636"/>
          <ac:spMkLst>
            <pc:docMk/>
            <pc:sldMk cId="0" sldId="261"/>
            <ac:spMk id="2" creationId="{00000000-0000-0000-0000-000000000000}"/>
          </ac:spMkLst>
        </pc:spChg>
        <pc:spChg chg="mod">
          <ac:chgData name="Koen DE BELIE" userId="0b604c76-dc05-41eb-aae4-58be6ad353f8" providerId="ADAL" clId="{A0CAB841-4192-4D5A-AB98-8769508D3B25}" dt="2025-09-24T17:55:10.532" v="63" actId="20577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Koen DE BELIE" userId="0b604c76-dc05-41eb-aae4-58be6ad353f8" providerId="ADAL" clId="{A0CAB841-4192-4D5A-AB98-8769508D3B25}" dt="2025-09-24T17:54:51.282" v="60" actId="1076"/>
          <ac:picMkLst>
            <pc:docMk/>
            <pc:sldMk cId="0" sldId="261"/>
            <ac:picMk id="5" creationId="{51DCAB9E-BDD1-04D3-F213-5AECBCD540B2}"/>
          </ac:picMkLst>
        </pc:picChg>
      </pc:sldChg>
      <pc:sldChg chg="addSp modSp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62"/>
        </pc:sldMkLst>
        <pc:spChg chg="add mod">
          <ac:chgData name="Koen DE BELIE" userId="0b604c76-dc05-41eb-aae4-58be6ad353f8" providerId="ADAL" clId="{A0CAB841-4192-4D5A-AB98-8769508D3B25}" dt="2025-09-24T15:37:09.694" v="32"/>
          <ac:spMkLst>
            <pc:docMk/>
            <pc:sldMk cId="0" sldId="262"/>
            <ac:spMk id="2" creationId="{3372DC97-59EF-F039-3873-985BC277C86B}"/>
          </ac:spMkLst>
        </pc:spChg>
        <pc:spChg chg="mod">
          <ac:chgData name="Koen DE BELIE" userId="0b604c76-dc05-41eb-aae4-58be6ad353f8" providerId="ADAL" clId="{A0CAB841-4192-4D5A-AB98-8769508D3B25}" dt="2025-09-24T17:56:16.475" v="71" actId="27636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Koen DE BELIE" userId="0b604c76-dc05-41eb-aae4-58be6ad353f8" providerId="ADAL" clId="{A0CAB841-4192-4D5A-AB98-8769508D3B25}" dt="2025-09-24T17:56:39.708" v="75" actId="1076"/>
          <ac:picMkLst>
            <pc:docMk/>
            <pc:sldMk cId="0" sldId="262"/>
            <ac:picMk id="5" creationId="{BF8EA8D2-72B8-E059-2623-C3EADF7CAFB6}"/>
          </ac:picMkLst>
        </pc:picChg>
      </pc:sldChg>
      <pc:sldChg chg="addSp modSp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63"/>
        </pc:sldMkLst>
        <pc:spChg chg="add mod">
          <ac:chgData name="Koen DE BELIE" userId="0b604c76-dc05-41eb-aae4-58be6ad353f8" providerId="ADAL" clId="{A0CAB841-4192-4D5A-AB98-8769508D3B25}" dt="2025-09-24T17:56:48.848" v="76"/>
          <ac:spMkLst>
            <pc:docMk/>
            <pc:sldMk cId="0" sldId="263"/>
            <ac:spMk id="2" creationId="{D383D622-118C-CF00-E386-5051F796D046}"/>
          </ac:spMkLst>
        </pc:spChg>
        <pc:spChg chg="mod">
          <ac:chgData name="Koen DE BELIE" userId="0b604c76-dc05-41eb-aae4-58be6ad353f8" providerId="ADAL" clId="{A0CAB841-4192-4D5A-AB98-8769508D3B25}" dt="2025-09-24T17:58:04.305" v="106" actId="20577"/>
          <ac:spMkLst>
            <pc:docMk/>
            <pc:sldMk cId="0" sldId="263"/>
            <ac:spMk id="3" creationId="{00000000-0000-0000-0000-000000000000}"/>
          </ac:spMkLst>
        </pc:spChg>
        <pc:picChg chg="add mod">
          <ac:chgData name="Koen DE BELIE" userId="0b604c76-dc05-41eb-aae4-58be6ad353f8" providerId="ADAL" clId="{A0CAB841-4192-4D5A-AB98-8769508D3B25}" dt="2025-09-24T17:58:09.916" v="108" actId="1076"/>
          <ac:picMkLst>
            <pc:docMk/>
            <pc:sldMk cId="0" sldId="263"/>
            <ac:picMk id="5" creationId="{58B0535C-FD73-7DBE-9DED-C4394FA4F507}"/>
          </ac:picMkLst>
        </pc:picChg>
      </pc:sldChg>
      <pc:sldChg chg="addSp modSp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64"/>
        </pc:sldMkLst>
        <pc:spChg chg="mod">
          <ac:chgData name="Koen DE BELIE" userId="0b604c76-dc05-41eb-aae4-58be6ad353f8" providerId="ADAL" clId="{A0CAB841-4192-4D5A-AB98-8769508D3B25}" dt="2025-09-24T18:22:35.385" v="200" actId="6549"/>
          <ac:spMkLst>
            <pc:docMk/>
            <pc:sldMk cId="0" sldId="264"/>
            <ac:spMk id="2" creationId="{00000000-0000-0000-0000-000000000000}"/>
          </ac:spMkLst>
        </pc:spChg>
        <pc:spChg chg="mod">
          <ac:chgData name="Koen DE BELIE" userId="0b604c76-dc05-41eb-aae4-58be6ad353f8" providerId="ADAL" clId="{A0CAB841-4192-4D5A-AB98-8769508D3B25}" dt="2025-09-24T18:25:34.836" v="250" actId="14100"/>
          <ac:spMkLst>
            <pc:docMk/>
            <pc:sldMk cId="0" sldId="264"/>
            <ac:spMk id="3" creationId="{00000000-0000-0000-0000-000000000000}"/>
          </ac:spMkLst>
        </pc:spChg>
        <pc:picChg chg="add mod">
          <ac:chgData name="Koen DE BELIE" userId="0b604c76-dc05-41eb-aae4-58be6ad353f8" providerId="ADAL" clId="{A0CAB841-4192-4D5A-AB98-8769508D3B25}" dt="2025-09-24T18:04:15.203" v="144" actId="1076"/>
          <ac:picMkLst>
            <pc:docMk/>
            <pc:sldMk cId="0" sldId="264"/>
            <ac:picMk id="2050" creationId="{3E8A97BD-CF91-233C-0CCB-5D91AEBB6985}"/>
          </ac:picMkLst>
        </pc:picChg>
        <pc:picChg chg="add mod">
          <ac:chgData name="Koen DE BELIE" userId="0b604c76-dc05-41eb-aae4-58be6ad353f8" providerId="ADAL" clId="{A0CAB841-4192-4D5A-AB98-8769508D3B25}" dt="2025-09-24T18:04:17.378" v="145" actId="1076"/>
          <ac:picMkLst>
            <pc:docMk/>
            <pc:sldMk cId="0" sldId="264"/>
            <ac:picMk id="2052" creationId="{6AEEB3A8-739D-956E-F074-8F608EF5B521}"/>
          </ac:picMkLst>
        </pc:picChg>
        <pc:picChg chg="add mod">
          <ac:chgData name="Koen DE BELIE" userId="0b604c76-dc05-41eb-aae4-58be6ad353f8" providerId="ADAL" clId="{A0CAB841-4192-4D5A-AB98-8769508D3B25}" dt="2025-09-24T18:04:25.707" v="153" actId="1035"/>
          <ac:picMkLst>
            <pc:docMk/>
            <pc:sldMk cId="0" sldId="264"/>
            <ac:picMk id="2054" creationId="{E4DFF600-5432-5598-77CE-9C0534B3F000}"/>
          </ac:picMkLst>
        </pc:picChg>
      </pc:sldChg>
      <pc:sldChg chg="addSp modSp del mod">
        <pc:chgData name="Koen DE BELIE" userId="0b604c76-dc05-41eb-aae4-58be6ad353f8" providerId="ADAL" clId="{A0CAB841-4192-4D5A-AB98-8769508D3B25}" dt="2025-09-24T18:24:24.259" v="204" actId="47"/>
        <pc:sldMkLst>
          <pc:docMk/>
          <pc:sldMk cId="0" sldId="265"/>
        </pc:sldMkLst>
        <pc:spChg chg="add mod">
          <ac:chgData name="Koen DE BELIE" userId="0b604c76-dc05-41eb-aae4-58be6ad353f8" providerId="ADAL" clId="{A0CAB841-4192-4D5A-AB98-8769508D3B25}" dt="2025-09-24T18:23:33.472" v="203"/>
          <ac:spMkLst>
            <pc:docMk/>
            <pc:sldMk cId="0" sldId="265"/>
            <ac:spMk id="2" creationId="{9CEDC80D-5C0A-43F7-0768-03D38DDC10B8}"/>
          </ac:spMkLst>
        </pc:spChg>
        <pc:spChg chg="mod">
          <ac:chgData name="Koen DE BELIE" userId="0b604c76-dc05-41eb-aae4-58be6ad353f8" providerId="ADAL" clId="{A0CAB841-4192-4D5A-AB98-8769508D3B25}" dt="2025-09-24T18:23:29.229" v="201" actId="21"/>
          <ac:spMkLst>
            <pc:docMk/>
            <pc:sldMk cId="0" sldId="265"/>
            <ac:spMk id="3" creationId="{00000000-0000-0000-0000-000000000000}"/>
          </ac:spMkLst>
        </pc:spChg>
      </pc:sldChg>
      <pc:sldChg chg="addSp 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66"/>
        </pc:sldMkLst>
        <pc:spChg chg="add mod">
          <ac:chgData name="Koen DE BELIE" userId="0b604c76-dc05-41eb-aae4-58be6ad353f8" providerId="ADAL" clId="{A0CAB841-4192-4D5A-AB98-8769508D3B25}" dt="2025-09-24T18:05:19.716" v="176" actId="14100"/>
          <ac:spMkLst>
            <pc:docMk/>
            <pc:sldMk cId="0" sldId="266"/>
            <ac:spMk id="2" creationId="{94CBB8BD-35E6-1793-964C-5BAB96379D1B}"/>
          </ac:spMkLst>
        </pc:spChg>
        <pc:spChg chg="mod">
          <ac:chgData name="Koen DE BELIE" userId="0b604c76-dc05-41eb-aae4-58be6ad353f8" providerId="ADAL" clId="{A0CAB841-4192-4D5A-AB98-8769508D3B25}" dt="2025-09-24T18:05:45.302" v="184" actId="404"/>
          <ac:spMkLst>
            <pc:docMk/>
            <pc:sldMk cId="0" sldId="266"/>
            <ac:spMk id="3" creationId="{00000000-0000-0000-0000-000000000000}"/>
          </ac:spMkLst>
        </pc:spChg>
        <pc:spChg chg="mod">
          <ac:chgData name="Koen DE BELIE" userId="0b604c76-dc05-41eb-aae4-58be6ad353f8" providerId="ADAL" clId="{A0CAB841-4192-4D5A-AB98-8769508D3B25}" dt="2025-09-24T19:34:13.444" v="1329" actId="20577"/>
          <ac:spMkLst>
            <pc:docMk/>
            <pc:sldMk cId="0" sldId="266"/>
            <ac:spMk id="16386" creationId="{00000000-0000-0000-0000-000000000000}"/>
          </ac:spMkLst>
        </pc:spChg>
        <pc:picChg chg="mod">
          <ac:chgData name="Koen DE BELIE" userId="0b604c76-dc05-41eb-aae4-58be6ad353f8" providerId="ADAL" clId="{A0CAB841-4192-4D5A-AB98-8769508D3B25}" dt="2025-09-24T19:34:24.047" v="1333" actId="1076"/>
          <ac:picMkLst>
            <pc:docMk/>
            <pc:sldMk cId="0" sldId="266"/>
            <ac:picMk id="13316" creationId="{00000000-0000-0000-0000-000000000000}"/>
          </ac:picMkLst>
        </pc:picChg>
      </pc:sldChg>
      <pc:sldChg chg="addSp modSp add del mod chgLayout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67"/>
        </pc:sldMkLst>
        <pc:spChg chg="add mod ord">
          <ac:chgData name="Koen DE BELIE" userId="0b604c76-dc05-41eb-aae4-58be6ad353f8" providerId="ADAL" clId="{A0CAB841-4192-4D5A-AB98-8769508D3B25}" dt="2025-09-24T18:11:47.411" v="195" actId="20577"/>
          <ac:spMkLst>
            <pc:docMk/>
            <pc:sldMk cId="0" sldId="267"/>
            <ac:spMk id="2" creationId="{EAC7AFC2-A6F1-4F28-548E-528192B36D35}"/>
          </ac:spMkLst>
        </pc:spChg>
        <pc:spChg chg="mod ord">
          <ac:chgData name="Koen DE BELIE" userId="0b604c76-dc05-41eb-aae4-58be6ad353f8" providerId="ADAL" clId="{A0CAB841-4192-4D5A-AB98-8769508D3B25}" dt="2025-09-24T18:11:27.995" v="186" actId="21"/>
          <ac:spMkLst>
            <pc:docMk/>
            <pc:sldMk cId="0" sldId="267"/>
            <ac:spMk id="3" creationId="{00000000-0000-0000-0000-000000000000}"/>
          </ac:spMkLst>
        </pc:spChg>
        <pc:spChg chg="mod">
          <ac:chgData name="Koen DE BELIE" userId="0b604c76-dc05-41eb-aae4-58be6ad353f8" providerId="ADAL" clId="{A0CAB841-4192-4D5A-AB98-8769508D3B25}" dt="2025-09-24T19:34:16.757" v="1331" actId="20577"/>
          <ac:spMkLst>
            <pc:docMk/>
            <pc:sldMk cId="0" sldId="267"/>
            <ac:spMk id="17410" creationId="{00000000-0000-0000-0000-000000000000}"/>
          </ac:spMkLst>
        </pc:spChg>
      </pc:sldChg>
      <pc:sldChg chg="addSp modSp del mod chgLayout">
        <pc:chgData name="Koen DE BELIE" userId="0b604c76-dc05-41eb-aae4-58be6ad353f8" providerId="ADAL" clId="{A0CAB841-4192-4D5A-AB98-8769508D3B25}" dt="2025-09-24T18:24:24.259" v="204" actId="47"/>
        <pc:sldMkLst>
          <pc:docMk/>
          <pc:sldMk cId="0" sldId="268"/>
        </pc:sldMkLst>
        <pc:spChg chg="add mod ord">
          <ac:chgData name="Koen DE BELIE" userId="0b604c76-dc05-41eb-aae4-58be6ad353f8" providerId="ADAL" clId="{A0CAB841-4192-4D5A-AB98-8769508D3B25}" dt="2025-09-24T18:06:02.168" v="185" actId="700"/>
          <ac:spMkLst>
            <pc:docMk/>
            <pc:sldMk cId="0" sldId="268"/>
            <ac:spMk id="2" creationId="{76D73B4A-5F73-F74B-2582-4DC5E84A7243}"/>
          </ac:spMkLst>
        </pc:spChg>
        <pc:spChg chg="mod ord">
          <ac:chgData name="Koen DE BELIE" userId="0b604c76-dc05-41eb-aae4-58be6ad353f8" providerId="ADAL" clId="{A0CAB841-4192-4D5A-AB98-8769508D3B25}" dt="2025-09-24T18:06:02.168" v="185" actId="700"/>
          <ac:spMkLst>
            <pc:docMk/>
            <pc:sldMk cId="0" sldId="268"/>
            <ac:spMk id="3" creationId="{00000000-0000-0000-0000-000000000000}"/>
          </ac:spMkLst>
        </pc:spChg>
      </pc:sldChg>
      <pc:sldChg chg="modSp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69"/>
        </pc:sldMkLst>
        <pc:spChg chg="mod">
          <ac:chgData name="Koen DE BELIE" userId="0b604c76-dc05-41eb-aae4-58be6ad353f8" providerId="ADAL" clId="{A0CAB841-4192-4D5A-AB98-8769508D3B25}" dt="2025-09-24T18:25:53.424" v="255" actId="403"/>
          <ac:spMkLst>
            <pc:docMk/>
            <pc:sldMk cId="0" sldId="269"/>
            <ac:spMk id="3" creationId="{00000000-0000-0000-0000-000000000000}"/>
          </ac:spMkLst>
        </pc:spChg>
      </pc:sldChg>
      <pc:sldChg chg="addSp delSp modSp del mod chgLayout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70"/>
        </pc:sldMkLst>
        <pc:spChg chg="add mod ord">
          <ac:chgData name="Koen DE BELIE" userId="0b604c76-dc05-41eb-aae4-58be6ad353f8" providerId="ADAL" clId="{A0CAB841-4192-4D5A-AB98-8769508D3B25}" dt="2025-09-24T18:53:21.332" v="575" actId="27636"/>
          <ac:spMkLst>
            <pc:docMk/>
            <pc:sldMk cId="0" sldId="270"/>
            <ac:spMk id="2" creationId="{7783EB43-6AB8-65B0-7654-37800E0B408A}"/>
          </ac:spMkLst>
        </pc:spChg>
        <pc:spChg chg="mod ord">
          <ac:chgData name="Koen DE BELIE" userId="0b604c76-dc05-41eb-aae4-58be6ad353f8" providerId="ADAL" clId="{A0CAB841-4192-4D5A-AB98-8769508D3B25}" dt="2025-09-24T18:55:52.443" v="607" actId="948"/>
          <ac:spMkLst>
            <pc:docMk/>
            <pc:sldMk cId="0" sldId="270"/>
            <ac:spMk id="3" creationId="{00000000-0000-0000-0000-000000000000}"/>
          </ac:spMkLst>
        </pc:spChg>
        <pc:spChg chg="add del mod">
          <ac:chgData name="Koen DE BELIE" userId="0b604c76-dc05-41eb-aae4-58be6ad353f8" providerId="ADAL" clId="{A0CAB841-4192-4D5A-AB98-8769508D3B25}" dt="2025-09-24T18:58:31.474" v="634" actId="21"/>
          <ac:spMkLst>
            <pc:docMk/>
            <pc:sldMk cId="0" sldId="270"/>
            <ac:spMk id="5" creationId="{9291328A-965B-5073-C015-C7A634B854E1}"/>
          </ac:spMkLst>
        </pc:spChg>
      </pc:sldChg>
      <pc:sldChg chg="addSp modSp del mod chgLayout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71"/>
        </pc:sldMkLst>
        <pc:spChg chg="add mod ord">
          <ac:chgData name="Koen DE BELIE" userId="0b604c76-dc05-41eb-aae4-58be6ad353f8" providerId="ADAL" clId="{A0CAB841-4192-4D5A-AB98-8769508D3B25}" dt="2025-09-24T18:53:52.540" v="584" actId="27636"/>
          <ac:spMkLst>
            <pc:docMk/>
            <pc:sldMk cId="0" sldId="271"/>
            <ac:spMk id="2" creationId="{36A62464-B595-4947-6C1E-F5B962444032}"/>
          </ac:spMkLst>
        </pc:spChg>
        <pc:spChg chg="mod ord">
          <ac:chgData name="Koen DE BELIE" userId="0b604c76-dc05-41eb-aae4-58be6ad353f8" providerId="ADAL" clId="{A0CAB841-4192-4D5A-AB98-8769508D3B25}" dt="2025-09-24T18:55:14.805" v="606" actId="20577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Koen DE BELIE" userId="0b604c76-dc05-41eb-aae4-58be6ad353f8" providerId="ADAL" clId="{A0CAB841-4192-4D5A-AB98-8769508D3B25}" dt="2025-09-24T18:54:55.797" v="592" actId="1076"/>
          <ac:spMkLst>
            <pc:docMk/>
            <pc:sldMk cId="0" sldId="271"/>
            <ac:spMk id="5" creationId="{7B0E203A-DB79-067B-7954-C55B1B3FC9A4}"/>
          </ac:spMkLst>
        </pc:spChg>
      </pc:sldChg>
      <pc:sldChg chg="addSp modSp add del mod chgLayout">
        <pc:chgData name="Koen DE BELIE" userId="0b604c76-dc05-41eb-aae4-58be6ad353f8" providerId="ADAL" clId="{A0CAB841-4192-4D5A-AB98-8769508D3B25}" dt="2025-09-24T18:56:59.301" v="615" actId="47"/>
        <pc:sldMkLst>
          <pc:docMk/>
          <pc:sldMk cId="0" sldId="272"/>
        </pc:sldMkLst>
        <pc:spChg chg="add mod ord">
          <ac:chgData name="Koen DE BELIE" userId="0b604c76-dc05-41eb-aae4-58be6ad353f8" providerId="ADAL" clId="{A0CAB841-4192-4D5A-AB98-8769508D3B25}" dt="2025-09-24T18:44:12.602" v="428" actId="700"/>
          <ac:spMkLst>
            <pc:docMk/>
            <pc:sldMk cId="0" sldId="272"/>
            <ac:spMk id="2" creationId="{303A28F2-1868-28E0-F82A-B14DF29F32D9}"/>
          </ac:spMkLst>
        </pc:spChg>
        <pc:spChg chg="mod ord">
          <ac:chgData name="Koen DE BELIE" userId="0b604c76-dc05-41eb-aae4-58be6ad353f8" providerId="ADAL" clId="{A0CAB841-4192-4D5A-AB98-8769508D3B25}" dt="2025-09-24T18:44:12.602" v="428" actId="700"/>
          <ac:spMkLst>
            <pc:docMk/>
            <pc:sldMk cId="0" sldId="272"/>
            <ac:spMk id="3" creationId="{00000000-0000-0000-0000-000000000000}"/>
          </ac:spMkLst>
        </pc:spChg>
      </pc:sldChg>
      <pc:sldChg chg="addSp delSp modSp del mod or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73"/>
        </pc:sldMkLst>
        <pc:spChg chg="del mod">
          <ac:chgData name="Koen DE BELIE" userId="0b604c76-dc05-41eb-aae4-58be6ad353f8" providerId="ADAL" clId="{A0CAB841-4192-4D5A-AB98-8769508D3B25}" dt="2025-09-24T18:58:54.825" v="642" actId="478"/>
          <ac:spMkLst>
            <pc:docMk/>
            <pc:sldMk cId="0" sldId="273"/>
            <ac:spMk id="3" creationId="{00000000-0000-0000-0000-000000000000}"/>
          </ac:spMkLst>
        </pc:spChg>
        <pc:spChg chg="add del mod">
          <ac:chgData name="Koen DE BELIE" userId="0b604c76-dc05-41eb-aae4-58be6ad353f8" providerId="ADAL" clId="{A0CAB841-4192-4D5A-AB98-8769508D3B25}" dt="2025-09-24T19:00:04.904" v="647" actId="403"/>
          <ac:spMkLst>
            <pc:docMk/>
            <pc:sldMk cId="0" sldId="273"/>
            <ac:spMk id="5" creationId="{9291328A-965B-5073-C015-C7A634B854E1}"/>
          </ac:spMkLst>
        </pc:spChg>
        <pc:picChg chg="add mod">
          <ac:chgData name="Koen DE BELIE" userId="0b604c76-dc05-41eb-aae4-58be6ad353f8" providerId="ADAL" clId="{A0CAB841-4192-4D5A-AB98-8769508D3B25}" dt="2025-09-24T19:00:10.950" v="650" actId="1076"/>
          <ac:picMkLst>
            <pc:docMk/>
            <pc:sldMk cId="0" sldId="273"/>
            <ac:picMk id="4" creationId="{2DA19440-43F3-2193-E64D-9E24F22BBDC4}"/>
          </ac:picMkLst>
        </pc:picChg>
      </pc:sldChg>
      <pc:sldChg chg="addSp modSp del mod chgLayout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74"/>
        </pc:sldMkLst>
        <pc:spChg chg="add mod ord">
          <ac:chgData name="Koen DE BELIE" userId="0b604c76-dc05-41eb-aae4-58be6ad353f8" providerId="ADAL" clId="{A0CAB841-4192-4D5A-AB98-8769508D3B25}" dt="2025-09-24T19:00:43.751" v="656" actId="113"/>
          <ac:spMkLst>
            <pc:docMk/>
            <pc:sldMk cId="0" sldId="274"/>
            <ac:spMk id="2" creationId="{D1B3AC00-97C5-9874-341D-F005AC2A5B3C}"/>
          </ac:spMkLst>
        </pc:spChg>
        <pc:spChg chg="mod ord">
          <ac:chgData name="Koen DE BELIE" userId="0b604c76-dc05-41eb-aae4-58be6ad353f8" providerId="ADAL" clId="{A0CAB841-4192-4D5A-AB98-8769508D3B25}" dt="2025-09-24T19:01:26.039" v="659" actId="179"/>
          <ac:spMkLst>
            <pc:docMk/>
            <pc:sldMk cId="0" sldId="274"/>
            <ac:spMk id="3" creationId="{00000000-0000-0000-0000-000000000000}"/>
          </ac:spMkLst>
        </pc:spChg>
      </pc:sldChg>
      <pc:sldChg chg="addSp modSp del mod chgLayout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75"/>
        </pc:sldMkLst>
        <pc:spChg chg="add mod ord">
          <ac:chgData name="Koen DE BELIE" userId="0b604c76-dc05-41eb-aae4-58be6ad353f8" providerId="ADAL" clId="{A0CAB841-4192-4D5A-AB98-8769508D3B25}" dt="2025-09-24T18:44:12.602" v="428" actId="700"/>
          <ac:spMkLst>
            <pc:docMk/>
            <pc:sldMk cId="0" sldId="275"/>
            <ac:spMk id="2" creationId="{352CD193-7A6A-1125-6293-B129AB2DBBE8}"/>
          </ac:spMkLst>
        </pc:spChg>
        <pc:spChg chg="mod ord">
          <ac:chgData name="Koen DE BELIE" userId="0b604c76-dc05-41eb-aae4-58be6ad353f8" providerId="ADAL" clId="{A0CAB841-4192-4D5A-AB98-8769508D3B25}" dt="2025-09-24T19:01:50.664" v="660" actId="207"/>
          <ac:spMkLst>
            <pc:docMk/>
            <pc:sldMk cId="0" sldId="275"/>
            <ac:spMk id="3" creationId="{00000000-0000-0000-0000-000000000000}"/>
          </ac:spMkLst>
        </pc:spChg>
      </pc:sldChg>
      <pc:sldChg chg="addSp modSp del mod chgLayout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76"/>
        </pc:sldMkLst>
        <pc:spChg chg="add mod ord">
          <ac:chgData name="Koen DE BELIE" userId="0b604c76-dc05-41eb-aae4-58be6ad353f8" providerId="ADAL" clId="{A0CAB841-4192-4D5A-AB98-8769508D3B25}" dt="2025-09-24T18:44:12.602" v="428" actId="700"/>
          <ac:spMkLst>
            <pc:docMk/>
            <pc:sldMk cId="0" sldId="276"/>
            <ac:spMk id="2" creationId="{69BC2195-D464-B418-3453-A4EE721F4B9F}"/>
          </ac:spMkLst>
        </pc:spChg>
        <pc:spChg chg="mod ord">
          <ac:chgData name="Koen DE BELIE" userId="0b604c76-dc05-41eb-aae4-58be6ad353f8" providerId="ADAL" clId="{A0CAB841-4192-4D5A-AB98-8769508D3B25}" dt="2025-09-24T19:01:58.063" v="661" actId="207"/>
          <ac:spMkLst>
            <pc:docMk/>
            <pc:sldMk cId="0" sldId="276"/>
            <ac:spMk id="3" creationId="{00000000-0000-0000-0000-000000000000}"/>
          </ac:spMkLst>
        </pc:spChg>
      </pc:sldChg>
      <pc:sldChg chg="addSp modSp del mod chgLayout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77"/>
        </pc:sldMkLst>
        <pc:spChg chg="add mod ord">
          <ac:chgData name="Koen DE BELIE" userId="0b604c76-dc05-41eb-aae4-58be6ad353f8" providerId="ADAL" clId="{A0CAB841-4192-4D5A-AB98-8769508D3B25}" dt="2025-09-24T18:44:12.602" v="428" actId="700"/>
          <ac:spMkLst>
            <pc:docMk/>
            <pc:sldMk cId="0" sldId="277"/>
            <ac:spMk id="2" creationId="{EFEE4A73-B348-DDE3-A9EF-A96E53BE0911}"/>
          </ac:spMkLst>
        </pc:spChg>
        <pc:spChg chg="mod ord">
          <ac:chgData name="Koen DE BELIE" userId="0b604c76-dc05-41eb-aae4-58be6ad353f8" providerId="ADAL" clId="{A0CAB841-4192-4D5A-AB98-8769508D3B25}" dt="2025-09-24T19:02:51.699" v="662" actId="207"/>
          <ac:spMkLst>
            <pc:docMk/>
            <pc:sldMk cId="0" sldId="277"/>
            <ac:spMk id="3" creationId="{00000000-0000-0000-0000-000000000000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78"/>
        </pc:sldMkLst>
        <pc:spChg chg="mod">
          <ac:chgData name="Koen DE BELIE" userId="0b604c76-dc05-41eb-aae4-58be6ad353f8" providerId="ADAL" clId="{A0CAB841-4192-4D5A-AB98-8769508D3B25}" dt="2025-09-24T19:35:17.731" v="1343" actId="20577"/>
          <ac:spMkLst>
            <pc:docMk/>
            <pc:sldMk cId="0" sldId="278"/>
            <ac:spMk id="28674" creationId="{00000000-0000-0000-0000-000000000000}"/>
          </ac:spMkLst>
        </pc:spChg>
      </pc:sldChg>
      <pc:sldChg chg="addSp modSp del mod ord chgLayout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79"/>
        </pc:sldMkLst>
        <pc:spChg chg="add mod ord">
          <ac:chgData name="Koen DE BELIE" userId="0b604c76-dc05-41eb-aae4-58be6ad353f8" providerId="ADAL" clId="{A0CAB841-4192-4D5A-AB98-8769508D3B25}" dt="2025-09-24T18:44:26.921" v="438" actId="27636"/>
          <ac:spMkLst>
            <pc:docMk/>
            <pc:sldMk cId="0" sldId="279"/>
            <ac:spMk id="2" creationId="{411A27C3-79C9-B9CB-A3B4-238B1C12F490}"/>
          </ac:spMkLst>
        </pc:spChg>
        <pc:spChg chg="mod ord">
          <ac:chgData name="Koen DE BELIE" userId="0b604c76-dc05-41eb-aae4-58be6ad353f8" providerId="ADAL" clId="{A0CAB841-4192-4D5A-AB98-8769508D3B25}" dt="2025-09-24T18:44:20.765" v="430" actId="27636"/>
          <ac:spMkLst>
            <pc:docMk/>
            <pc:sldMk cId="0" sldId="279"/>
            <ac:spMk id="3" creationId="{00000000-0000-0000-0000-000000000000}"/>
          </ac:spMkLst>
        </pc:spChg>
      </pc:sldChg>
      <pc:sldChg chg="addSp modSp del mod chgLayout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80"/>
        </pc:sldMkLst>
        <pc:spChg chg="add mod ord">
          <ac:chgData name="Koen DE BELIE" userId="0b604c76-dc05-41eb-aae4-58be6ad353f8" providerId="ADAL" clId="{A0CAB841-4192-4D5A-AB98-8769508D3B25}" dt="2025-09-24T19:03:10.998" v="667" actId="20577"/>
          <ac:spMkLst>
            <pc:docMk/>
            <pc:sldMk cId="0" sldId="280"/>
            <ac:spMk id="2" creationId="{DA843231-72DF-8162-5F4B-9EBE07DB3859}"/>
          </ac:spMkLst>
        </pc:spChg>
        <pc:spChg chg="mod ord">
          <ac:chgData name="Koen DE BELIE" userId="0b604c76-dc05-41eb-aae4-58be6ad353f8" providerId="ADAL" clId="{A0CAB841-4192-4D5A-AB98-8769508D3B25}" dt="2025-09-24T18:52:44.221" v="565" actId="1076"/>
          <ac:spMkLst>
            <pc:docMk/>
            <pc:sldMk cId="0" sldId="280"/>
            <ac:spMk id="3" creationId="{00000000-0000-0000-0000-000000000000}"/>
          </ac:spMkLst>
        </pc:spChg>
        <pc:spChg chg="add mod">
          <ac:chgData name="Koen DE BELIE" userId="0b604c76-dc05-41eb-aae4-58be6ad353f8" providerId="ADAL" clId="{A0CAB841-4192-4D5A-AB98-8769508D3B25}" dt="2025-09-24T18:52:42.606" v="564" actId="1076"/>
          <ac:spMkLst>
            <pc:docMk/>
            <pc:sldMk cId="0" sldId="280"/>
            <ac:spMk id="5" creationId="{E717D496-F959-D333-E562-C6FAEA5F55F6}"/>
          </ac:spMkLst>
        </pc:spChg>
      </pc:sldChg>
      <pc:sldChg chg="addSp modSp del mod chgLayout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81"/>
        </pc:sldMkLst>
        <pc:spChg chg="add mod ord">
          <ac:chgData name="Koen DE BELIE" userId="0b604c76-dc05-41eb-aae4-58be6ad353f8" providerId="ADAL" clId="{A0CAB841-4192-4D5A-AB98-8769508D3B25}" dt="2025-09-24T18:48:14.196" v="496" actId="27636"/>
          <ac:spMkLst>
            <pc:docMk/>
            <pc:sldMk cId="0" sldId="281"/>
            <ac:spMk id="2" creationId="{A0ABD940-5B11-DDAB-5FDA-B9F093C5F6DA}"/>
          </ac:spMkLst>
        </pc:spChg>
        <pc:spChg chg="mod ord">
          <ac:chgData name="Koen DE BELIE" userId="0b604c76-dc05-41eb-aae4-58be6ad353f8" providerId="ADAL" clId="{A0CAB841-4192-4D5A-AB98-8769508D3B25}" dt="2025-09-24T18:48:32.696" v="497" actId="207"/>
          <ac:spMkLst>
            <pc:docMk/>
            <pc:sldMk cId="0" sldId="281"/>
            <ac:spMk id="3" creationId="{00000000-0000-0000-0000-000000000000}"/>
          </ac:spMkLst>
        </pc:spChg>
      </pc:sldChg>
      <pc:sldChg chg="modSp del mod">
        <pc:chgData name="Koen DE BELIE" userId="0b604c76-dc05-41eb-aae4-58be6ad353f8" providerId="ADAL" clId="{A0CAB841-4192-4D5A-AB98-8769508D3B25}" dt="2025-09-24T19:03:34.892" v="670" actId="47"/>
        <pc:sldMkLst>
          <pc:docMk/>
          <pc:sldMk cId="0" sldId="282"/>
        </pc:sldMkLst>
        <pc:spChg chg="mod">
          <ac:chgData name="Koen DE BELIE" userId="0b604c76-dc05-41eb-aae4-58be6ad353f8" providerId="ADAL" clId="{A0CAB841-4192-4D5A-AB98-8769508D3B25}" dt="2025-09-24T18:48:54.032" v="501" actId="403"/>
          <ac:spMkLst>
            <pc:docMk/>
            <pc:sldMk cId="0" sldId="282"/>
            <ac:spMk id="3" creationId="{00000000-0000-0000-0000-000000000000}"/>
          </ac:spMkLst>
        </pc:spChg>
      </pc:sldChg>
      <pc:sldChg chg="addSp modSp del mod chgLayout">
        <pc:chgData name="Koen DE BELIE" userId="0b604c76-dc05-41eb-aae4-58be6ad353f8" providerId="ADAL" clId="{A0CAB841-4192-4D5A-AB98-8769508D3B25}" dt="2025-09-24T18:52:11.872" v="530" actId="47"/>
        <pc:sldMkLst>
          <pc:docMk/>
          <pc:sldMk cId="0" sldId="283"/>
        </pc:sldMkLst>
        <pc:spChg chg="add mod ord">
          <ac:chgData name="Koen DE BELIE" userId="0b604c76-dc05-41eb-aae4-58be6ad353f8" providerId="ADAL" clId="{A0CAB841-4192-4D5A-AB98-8769508D3B25}" dt="2025-09-24T18:51:34.002" v="529" actId="27636"/>
          <ac:spMkLst>
            <pc:docMk/>
            <pc:sldMk cId="0" sldId="283"/>
            <ac:spMk id="2" creationId="{3B0B9175-4EBA-AA6E-E9DA-BF65047D6352}"/>
          </ac:spMkLst>
        </pc:spChg>
        <pc:spChg chg="mod ord">
          <ac:chgData name="Koen DE BELIE" userId="0b604c76-dc05-41eb-aae4-58be6ad353f8" providerId="ADAL" clId="{A0CAB841-4192-4D5A-AB98-8769508D3B25}" dt="2025-09-24T18:51:29.295" v="521" actId="27636"/>
          <ac:spMkLst>
            <pc:docMk/>
            <pc:sldMk cId="0" sldId="283"/>
            <ac:spMk id="3" creationId="{00000000-0000-0000-0000-000000000000}"/>
          </ac:spMkLst>
        </pc:spChg>
      </pc:sldChg>
      <pc:sldChg chg="addSp modSp del mod chgLayout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84"/>
        </pc:sldMkLst>
        <pc:spChg chg="add mod ord">
          <ac:chgData name="Koen DE BELIE" userId="0b604c76-dc05-41eb-aae4-58be6ad353f8" providerId="ADAL" clId="{A0CAB841-4192-4D5A-AB98-8769508D3B25}" dt="2025-09-24T19:04:57.272" v="710" actId="1035"/>
          <ac:spMkLst>
            <pc:docMk/>
            <pc:sldMk cId="0" sldId="284"/>
            <ac:spMk id="2" creationId="{787FE354-DE4F-288E-FE66-F9A3AD820B21}"/>
          </ac:spMkLst>
        </pc:spChg>
        <pc:spChg chg="mod ord">
          <ac:chgData name="Koen DE BELIE" userId="0b604c76-dc05-41eb-aae4-58be6ad353f8" providerId="ADAL" clId="{A0CAB841-4192-4D5A-AB98-8769508D3B25}" dt="2025-09-24T19:05:06.062" v="725" actId="1036"/>
          <ac:spMkLst>
            <pc:docMk/>
            <pc:sldMk cId="0" sldId="284"/>
            <ac:spMk id="3" creationId="{00000000-0000-0000-0000-000000000000}"/>
          </ac:spMkLst>
        </pc:spChg>
      </pc:sldChg>
      <pc:sldChg chg="addSp modSp del mod chgLayout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85"/>
        </pc:sldMkLst>
        <pc:spChg chg="add mod ord">
          <ac:chgData name="Koen DE BELIE" userId="0b604c76-dc05-41eb-aae4-58be6ad353f8" providerId="ADAL" clId="{A0CAB841-4192-4D5A-AB98-8769508D3B25}" dt="2025-09-24T19:06:06.591" v="734" actId="27636"/>
          <ac:spMkLst>
            <pc:docMk/>
            <pc:sldMk cId="0" sldId="285"/>
            <ac:spMk id="2" creationId="{8737E639-C607-C427-DF11-BB66B2508126}"/>
          </ac:spMkLst>
        </pc:spChg>
        <pc:spChg chg="mod ord">
          <ac:chgData name="Koen DE BELIE" userId="0b604c76-dc05-41eb-aae4-58be6ad353f8" providerId="ADAL" clId="{A0CAB841-4192-4D5A-AB98-8769508D3B25}" dt="2025-09-24T19:10:05.027" v="890" actId="20577"/>
          <ac:spMkLst>
            <pc:docMk/>
            <pc:sldMk cId="0" sldId="285"/>
            <ac:spMk id="3" creationId="{00000000-0000-0000-0000-000000000000}"/>
          </ac:spMkLst>
        </pc:spChg>
        <pc:picChg chg="add mod">
          <ac:chgData name="Koen DE BELIE" userId="0b604c76-dc05-41eb-aae4-58be6ad353f8" providerId="ADAL" clId="{A0CAB841-4192-4D5A-AB98-8769508D3B25}" dt="2025-09-24T19:07:24.950" v="739" actId="1076"/>
          <ac:picMkLst>
            <pc:docMk/>
            <pc:sldMk cId="0" sldId="285"/>
            <ac:picMk id="3074" creationId="{9A660E99-BFC6-7307-379E-D9EF63CF375B}"/>
          </ac:picMkLst>
        </pc:picChg>
      </pc:sldChg>
      <pc:sldChg chg="addSp modSp del mod chgLayout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286"/>
        </pc:sldMkLst>
        <pc:spChg chg="add mod ord">
          <ac:chgData name="Koen DE BELIE" userId="0b604c76-dc05-41eb-aae4-58be6ad353f8" providerId="ADAL" clId="{A0CAB841-4192-4D5A-AB98-8769508D3B25}" dt="2025-09-24T19:09:35.853" v="880" actId="27636"/>
          <ac:spMkLst>
            <pc:docMk/>
            <pc:sldMk cId="0" sldId="286"/>
            <ac:spMk id="2" creationId="{64106503-22C9-9698-BB8F-70FE63D55A5D}"/>
          </ac:spMkLst>
        </pc:spChg>
        <pc:spChg chg="mod ord">
          <ac:chgData name="Koen DE BELIE" userId="0b604c76-dc05-41eb-aae4-58be6ad353f8" providerId="ADAL" clId="{A0CAB841-4192-4D5A-AB98-8769508D3B25}" dt="2025-09-24T19:11:46.508" v="914" actId="27636"/>
          <ac:spMkLst>
            <pc:docMk/>
            <pc:sldMk cId="0" sldId="286"/>
            <ac:spMk id="3" creationId="{00000000-0000-0000-0000-000000000000}"/>
          </ac:spMkLst>
        </pc:spChg>
      </pc:sldChg>
      <pc:sldChg chg="addSp modSp del mod chgLayout">
        <pc:chgData name="Koen DE BELIE" userId="0b604c76-dc05-41eb-aae4-58be6ad353f8" providerId="ADAL" clId="{A0CAB841-4192-4D5A-AB98-8769508D3B25}" dt="2025-09-24T19:11:54.146" v="915" actId="47"/>
        <pc:sldMkLst>
          <pc:docMk/>
          <pc:sldMk cId="0" sldId="287"/>
        </pc:sldMkLst>
        <pc:spChg chg="add mod ord">
          <ac:chgData name="Koen DE BELIE" userId="0b604c76-dc05-41eb-aae4-58be6ad353f8" providerId="ADAL" clId="{A0CAB841-4192-4D5A-AB98-8769508D3B25}" dt="2025-09-24T18:44:12.602" v="428" actId="700"/>
          <ac:spMkLst>
            <pc:docMk/>
            <pc:sldMk cId="0" sldId="287"/>
            <ac:spMk id="2" creationId="{F4A8D91C-ED5A-0ECE-64BA-58CE0387B9B2}"/>
          </ac:spMkLst>
        </pc:spChg>
        <pc:spChg chg="mod ord">
          <ac:chgData name="Koen DE BELIE" userId="0b604c76-dc05-41eb-aae4-58be6ad353f8" providerId="ADAL" clId="{A0CAB841-4192-4D5A-AB98-8769508D3B25}" dt="2025-09-24T19:10:43.396" v="893" actId="21"/>
          <ac:spMkLst>
            <pc:docMk/>
            <pc:sldMk cId="0" sldId="287"/>
            <ac:spMk id="3" creationId="{00000000-0000-0000-0000-000000000000}"/>
          </ac:spMkLst>
        </pc:spChg>
      </pc:sldChg>
      <pc:sldChg chg="addSp modSp del mod chgLayout">
        <pc:chgData name="Koen DE BELIE" userId="0b604c76-dc05-41eb-aae4-58be6ad353f8" providerId="ADAL" clId="{A0CAB841-4192-4D5A-AB98-8769508D3B25}" dt="2025-09-24T19:10:14.459" v="891" actId="47"/>
        <pc:sldMkLst>
          <pc:docMk/>
          <pc:sldMk cId="0" sldId="288"/>
        </pc:sldMkLst>
        <pc:spChg chg="add mod ord">
          <ac:chgData name="Koen DE BELIE" userId="0b604c76-dc05-41eb-aae4-58be6ad353f8" providerId="ADAL" clId="{A0CAB841-4192-4D5A-AB98-8769508D3B25}" dt="2025-09-24T18:44:12.602" v="428" actId="700"/>
          <ac:spMkLst>
            <pc:docMk/>
            <pc:sldMk cId="0" sldId="288"/>
            <ac:spMk id="2" creationId="{4DD05FF5-ED97-B247-2A53-1FE2FDE3D8CE}"/>
          </ac:spMkLst>
        </pc:spChg>
        <pc:spChg chg="mod ord">
          <ac:chgData name="Koen DE BELIE" userId="0b604c76-dc05-41eb-aae4-58be6ad353f8" providerId="ADAL" clId="{A0CAB841-4192-4D5A-AB98-8769508D3B25}" dt="2025-09-24T18:44:12.602" v="428" actId="700"/>
          <ac:spMkLst>
            <pc:docMk/>
            <pc:sldMk cId="0" sldId="288"/>
            <ac:spMk id="3" creationId="{00000000-0000-0000-0000-000000000000}"/>
          </ac:spMkLst>
        </pc:spChg>
      </pc:sldChg>
      <pc:sldChg chg="del">
        <pc:chgData name="Koen DE BELIE" userId="0b604c76-dc05-41eb-aae4-58be6ad353f8" providerId="ADAL" clId="{A0CAB841-4192-4D5A-AB98-8769508D3B25}" dt="2025-09-24T19:10:22.834" v="892" actId="47"/>
        <pc:sldMkLst>
          <pc:docMk/>
          <pc:sldMk cId="0" sldId="289"/>
        </pc:sldMkLst>
      </pc:sldChg>
      <pc:sldChg chg="modSp mod">
        <pc:chgData name="Koen DE BELIE" userId="0b604c76-dc05-41eb-aae4-58be6ad353f8" providerId="ADAL" clId="{A0CAB841-4192-4D5A-AB98-8769508D3B25}" dt="2025-09-24T15:34:00.820" v="8" actId="27636"/>
        <pc:sldMkLst>
          <pc:docMk/>
          <pc:sldMk cId="0" sldId="295"/>
        </pc:sldMkLst>
        <pc:spChg chg="mod">
          <ac:chgData name="Koen DE BELIE" userId="0b604c76-dc05-41eb-aae4-58be6ad353f8" providerId="ADAL" clId="{A0CAB841-4192-4D5A-AB98-8769508D3B25}" dt="2025-09-24T15:34:00.820" v="8" actId="27636"/>
          <ac:spMkLst>
            <pc:docMk/>
            <pc:sldMk cId="0" sldId="295"/>
            <ac:spMk id="3" creationId="{00000000-0000-0000-0000-000000000000}"/>
          </ac:spMkLst>
        </pc:spChg>
      </pc:sldChg>
      <pc:sldChg chg="modSp mod">
        <pc:chgData name="Koen DE BELIE" userId="0b604c76-dc05-41eb-aae4-58be6ad353f8" providerId="ADAL" clId="{A0CAB841-4192-4D5A-AB98-8769508D3B25}" dt="2025-09-24T15:34:00.847" v="9" actId="27636"/>
        <pc:sldMkLst>
          <pc:docMk/>
          <pc:sldMk cId="0" sldId="300"/>
        </pc:sldMkLst>
        <pc:spChg chg="mod">
          <ac:chgData name="Koen DE BELIE" userId="0b604c76-dc05-41eb-aae4-58be6ad353f8" providerId="ADAL" clId="{A0CAB841-4192-4D5A-AB98-8769508D3B25}" dt="2025-09-24T15:34:00.847" v="9" actId="27636"/>
          <ac:spMkLst>
            <pc:docMk/>
            <pc:sldMk cId="0" sldId="300"/>
            <ac:spMk id="3" creationId="{00000000-0000-0000-0000-000000000000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01"/>
        </pc:sldMkLst>
        <pc:spChg chg="mod">
          <ac:chgData name="Koen DE BELIE" userId="0b604c76-dc05-41eb-aae4-58be6ad353f8" providerId="ADAL" clId="{A0CAB841-4192-4D5A-AB98-8769508D3B25}" dt="2025-09-24T18:25:03.488" v="233" actId="20577"/>
          <ac:spMkLst>
            <pc:docMk/>
            <pc:sldMk cId="0" sldId="301"/>
            <ac:spMk id="3" creationId="{00000000-0000-0000-0000-000000000000}"/>
          </ac:spMkLst>
        </pc:spChg>
      </pc:sldChg>
      <pc:sldChg chg="add del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02"/>
        </pc:sldMkLst>
      </pc:sldChg>
      <pc:sldChg chg="modSp add del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03"/>
        </pc:sldMkLst>
        <pc:spChg chg="mod">
          <ac:chgData name="Koen DE BELIE" userId="0b604c76-dc05-41eb-aae4-58be6ad353f8" providerId="ADAL" clId="{A0CAB841-4192-4D5A-AB98-8769508D3B25}" dt="2025-09-24T18:31:05.650" v="258" actId="403"/>
          <ac:spMkLst>
            <pc:docMk/>
            <pc:sldMk cId="0" sldId="303"/>
            <ac:spMk id="3" creationId="{00000000-0000-0000-0000-000000000000}"/>
          </ac:spMkLst>
        </pc:spChg>
      </pc:sldChg>
      <pc:sldChg chg="modSp add del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04"/>
        </pc:sldMkLst>
        <pc:spChg chg="mod">
          <ac:chgData name="Koen DE BELIE" userId="0b604c76-dc05-41eb-aae4-58be6ad353f8" providerId="ADAL" clId="{A0CAB841-4192-4D5A-AB98-8769508D3B25}" dt="2025-09-24T18:30:49.992" v="256"/>
          <ac:spMkLst>
            <pc:docMk/>
            <pc:sldMk cId="0" sldId="304"/>
            <ac:spMk id="3" creationId="{00000000-0000-0000-0000-000000000000}"/>
          </ac:spMkLst>
        </pc:spChg>
      </pc:sldChg>
      <pc:sldChg chg="addSp 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05"/>
        </pc:sldMkLst>
        <pc:spChg chg="mod">
          <ac:chgData name="Koen DE BELIE" userId="0b604c76-dc05-41eb-aae4-58be6ad353f8" providerId="ADAL" clId="{A0CAB841-4192-4D5A-AB98-8769508D3B25}" dt="2025-09-24T18:33:51.007" v="310" actId="113"/>
          <ac:spMkLst>
            <pc:docMk/>
            <pc:sldMk cId="0" sldId="305"/>
            <ac:spMk id="3" creationId="{00000000-0000-0000-0000-000000000000}"/>
          </ac:spMkLst>
        </pc:spChg>
        <pc:spChg chg="add mod">
          <ac:chgData name="Koen DE BELIE" userId="0b604c76-dc05-41eb-aae4-58be6ad353f8" providerId="ADAL" clId="{A0CAB841-4192-4D5A-AB98-8769508D3B25}" dt="2025-09-24T18:33:17.667" v="267" actId="1076"/>
          <ac:spMkLst>
            <pc:docMk/>
            <pc:sldMk cId="0" sldId="305"/>
            <ac:spMk id="5" creationId="{03215F46-B492-7FBE-4983-F38376421A8F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06"/>
        </pc:sldMkLst>
        <pc:spChg chg="mod">
          <ac:chgData name="Koen DE BELIE" userId="0b604c76-dc05-41eb-aae4-58be6ad353f8" providerId="ADAL" clId="{A0CAB841-4192-4D5A-AB98-8769508D3B25}" dt="2025-09-24T18:56:44.455" v="614" actId="1076"/>
          <ac:spMkLst>
            <pc:docMk/>
            <pc:sldMk cId="0" sldId="306"/>
            <ac:spMk id="3" creationId="{00000000-0000-0000-0000-000000000000}"/>
          </ac:spMkLst>
        </pc:spChg>
      </pc:sldChg>
      <pc:sldChg chg="addSp modSp add del mod or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07"/>
        </pc:sldMkLst>
        <pc:spChg chg="mod">
          <ac:chgData name="Koen DE BELIE" userId="0b604c76-dc05-41eb-aae4-58be6ad353f8" providerId="ADAL" clId="{A0CAB841-4192-4D5A-AB98-8769508D3B25}" dt="2025-09-24T18:36:44.580" v="339" actId="1035"/>
          <ac:spMkLst>
            <pc:docMk/>
            <pc:sldMk cId="0" sldId="307"/>
            <ac:spMk id="2" creationId="{00000000-0000-0000-0000-000000000000}"/>
          </ac:spMkLst>
        </pc:spChg>
        <pc:spChg chg="mod">
          <ac:chgData name="Koen DE BELIE" userId="0b604c76-dc05-41eb-aae4-58be6ad353f8" providerId="ADAL" clId="{A0CAB841-4192-4D5A-AB98-8769508D3B25}" dt="2025-09-24T18:40:15.745" v="409" actId="1036"/>
          <ac:spMkLst>
            <pc:docMk/>
            <pc:sldMk cId="0" sldId="307"/>
            <ac:spMk id="3" creationId="{00000000-0000-0000-0000-000000000000}"/>
          </ac:spMkLst>
        </pc:spChg>
        <pc:picChg chg="add mod">
          <ac:chgData name="Koen DE BELIE" userId="0b604c76-dc05-41eb-aae4-58be6ad353f8" providerId="ADAL" clId="{A0CAB841-4192-4D5A-AB98-8769508D3B25}" dt="2025-09-24T18:40:09.904" v="391" actId="1036"/>
          <ac:picMkLst>
            <pc:docMk/>
            <pc:sldMk cId="0" sldId="307"/>
            <ac:picMk id="4" creationId="{C648201C-EF02-2AB5-3596-D381D2298E7B}"/>
          </ac:picMkLst>
        </pc:picChg>
        <pc:picChg chg="add mod">
          <ac:chgData name="Koen DE BELIE" userId="0b604c76-dc05-41eb-aae4-58be6ad353f8" providerId="ADAL" clId="{A0CAB841-4192-4D5A-AB98-8769508D3B25}" dt="2025-09-24T18:40:09.904" v="391" actId="1036"/>
          <ac:picMkLst>
            <pc:docMk/>
            <pc:sldMk cId="0" sldId="307"/>
            <ac:picMk id="5" creationId="{D5555D6B-379E-00E4-B5C6-528DB780BDD6}"/>
          </ac:picMkLst>
        </pc:picChg>
        <pc:picChg chg="add mod">
          <ac:chgData name="Koen DE BELIE" userId="0b604c76-dc05-41eb-aae4-58be6ad353f8" providerId="ADAL" clId="{A0CAB841-4192-4D5A-AB98-8769508D3B25}" dt="2025-09-24T18:40:09.904" v="391" actId="1036"/>
          <ac:picMkLst>
            <pc:docMk/>
            <pc:sldMk cId="0" sldId="307"/>
            <ac:picMk id="6" creationId="{CF8C91A3-6367-2E58-3E81-533B3CD307BF}"/>
          </ac:picMkLst>
        </pc:picChg>
      </pc:sldChg>
      <pc:sldChg chg="addSp modSp add del mod or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08"/>
        </pc:sldMkLst>
        <pc:spChg chg="mod">
          <ac:chgData name="Koen DE BELIE" userId="0b604c76-dc05-41eb-aae4-58be6ad353f8" providerId="ADAL" clId="{A0CAB841-4192-4D5A-AB98-8769508D3B25}" dt="2025-09-24T18:42:38.637" v="418" actId="20577"/>
          <ac:spMkLst>
            <pc:docMk/>
            <pc:sldMk cId="0" sldId="308"/>
            <ac:spMk id="3" creationId="{00000000-0000-0000-0000-000000000000}"/>
          </ac:spMkLst>
        </pc:spChg>
        <pc:picChg chg="add mod">
          <ac:chgData name="Koen DE BELIE" userId="0b604c76-dc05-41eb-aae4-58be6ad353f8" providerId="ADAL" clId="{A0CAB841-4192-4D5A-AB98-8769508D3B25}" dt="2025-09-24T18:42:46.141" v="420" actId="14100"/>
          <ac:picMkLst>
            <pc:docMk/>
            <pc:sldMk cId="0" sldId="308"/>
            <ac:picMk id="5" creationId="{8D5277F9-7100-18E3-AC40-FC3A3E100910}"/>
          </ac:picMkLst>
        </pc:picChg>
        <pc:picChg chg="add mod">
          <ac:chgData name="Koen DE BELIE" userId="0b604c76-dc05-41eb-aae4-58be6ad353f8" providerId="ADAL" clId="{A0CAB841-4192-4D5A-AB98-8769508D3B25}" dt="2025-09-24T18:42:35.877" v="417" actId="1076"/>
          <ac:picMkLst>
            <pc:docMk/>
            <pc:sldMk cId="0" sldId="308"/>
            <ac:picMk id="6" creationId="{A066D823-E489-7C02-B98A-C746891C74D3}"/>
          </ac:picMkLst>
        </pc:picChg>
        <pc:cxnChg chg="add mod">
          <ac:chgData name="Koen DE BELIE" userId="0b604c76-dc05-41eb-aae4-58be6ad353f8" providerId="ADAL" clId="{A0CAB841-4192-4D5A-AB98-8769508D3B25}" dt="2025-09-24T18:43:11.394" v="423" actId="1582"/>
          <ac:cxnSpMkLst>
            <pc:docMk/>
            <pc:sldMk cId="0" sldId="308"/>
            <ac:cxnSpMk id="8" creationId="{3687C676-D12A-D8E3-701D-1C7D6852EBBB}"/>
          </ac:cxnSpMkLst>
        </pc:cxnChg>
        <pc:cxnChg chg="add mod">
          <ac:chgData name="Koen DE BELIE" userId="0b604c76-dc05-41eb-aae4-58be6ad353f8" providerId="ADAL" clId="{A0CAB841-4192-4D5A-AB98-8769508D3B25}" dt="2025-09-24T18:43:17.838" v="426" actId="14100"/>
          <ac:cxnSpMkLst>
            <pc:docMk/>
            <pc:sldMk cId="0" sldId="308"/>
            <ac:cxnSpMk id="9" creationId="{EDA14F1E-4A08-6290-9D5B-B7E8BF5DD670}"/>
          </ac:cxnSpMkLst>
        </pc:cxnChg>
      </pc:sldChg>
      <pc:sldChg chg="modSp add del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09"/>
        </pc:sldMkLst>
        <pc:spChg chg="mod">
          <ac:chgData name="Koen DE BELIE" userId="0b604c76-dc05-41eb-aae4-58be6ad353f8" providerId="ADAL" clId="{A0CAB841-4192-4D5A-AB98-8769508D3B25}" dt="2025-09-24T18:43:39.865" v="427" actId="207"/>
          <ac:spMkLst>
            <pc:docMk/>
            <pc:sldMk cId="0" sldId="309"/>
            <ac:spMk id="3" creationId="{00000000-0000-0000-0000-000000000000}"/>
          </ac:spMkLst>
        </pc:spChg>
      </pc:sldChg>
      <pc:sldChg chg="addSp modSp new del mod ord">
        <pc:chgData name="Koen DE BELIE" userId="0b604c76-dc05-41eb-aae4-58be6ad353f8" providerId="ADAL" clId="{A0CAB841-4192-4D5A-AB98-8769508D3B25}" dt="2025-09-24T19:59:34.865" v="1347" actId="47"/>
        <pc:sldMkLst>
          <pc:docMk/>
          <pc:sldMk cId="2508160989" sldId="310"/>
        </pc:sldMkLst>
        <pc:spChg chg="mod">
          <ac:chgData name="Koen DE BELIE" userId="0b604c76-dc05-41eb-aae4-58be6ad353f8" providerId="ADAL" clId="{A0CAB841-4192-4D5A-AB98-8769508D3B25}" dt="2025-09-24T18:47:31.822" v="459"/>
          <ac:spMkLst>
            <pc:docMk/>
            <pc:sldMk cId="2508160989" sldId="310"/>
            <ac:spMk id="2" creationId="{1DF2627F-C179-5DD3-624A-432A561405A0}"/>
          </ac:spMkLst>
        </pc:spChg>
        <pc:spChg chg="mod">
          <ac:chgData name="Koen DE BELIE" userId="0b604c76-dc05-41eb-aae4-58be6ad353f8" providerId="ADAL" clId="{A0CAB841-4192-4D5A-AB98-8769508D3B25}" dt="2025-09-24T18:47:41.627" v="470" actId="114"/>
          <ac:spMkLst>
            <pc:docMk/>
            <pc:sldMk cId="2508160989" sldId="310"/>
            <ac:spMk id="3" creationId="{D567F43A-086D-FD0E-F6DD-2FD4391A234D}"/>
          </ac:spMkLst>
        </pc:spChg>
        <pc:picChg chg="add mod">
          <ac:chgData name="Koen DE BELIE" userId="0b604c76-dc05-41eb-aae4-58be6ad353f8" providerId="ADAL" clId="{A0CAB841-4192-4D5A-AB98-8769508D3B25}" dt="2025-09-24T18:47:58.043" v="487" actId="1038"/>
          <ac:picMkLst>
            <pc:docMk/>
            <pc:sldMk cId="2508160989" sldId="310"/>
            <ac:picMk id="4" creationId="{7592A733-CA65-6FD4-6D3F-1308E0558EDC}"/>
          </ac:picMkLst>
        </pc:picChg>
        <pc:picChg chg="add mod">
          <ac:chgData name="Koen DE BELIE" userId="0b604c76-dc05-41eb-aae4-58be6ad353f8" providerId="ADAL" clId="{A0CAB841-4192-4D5A-AB98-8769508D3B25}" dt="2025-09-24T18:47:58.043" v="487" actId="1038"/>
          <ac:picMkLst>
            <pc:docMk/>
            <pc:sldMk cId="2508160989" sldId="310"/>
            <ac:picMk id="5" creationId="{1779648B-2E8A-12F3-50A4-86894D5E2344}"/>
          </ac:picMkLst>
        </pc:pic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50"/>
        </pc:sldMkLst>
        <pc:spChg chg="mod">
          <ac:chgData name="Koen DE BELIE" userId="0b604c76-dc05-41eb-aae4-58be6ad353f8" providerId="ADAL" clId="{A0CAB841-4192-4D5A-AB98-8769508D3B25}" dt="2025-09-24T18:51:15.111" v="519" actId="948"/>
          <ac:spMkLst>
            <pc:docMk/>
            <pc:sldMk cId="0" sldId="350"/>
            <ac:spMk id="112643" creationId="{6CD4CDE9-B285-4A72-A8A4-101E188866B9}"/>
          </ac:spMkLst>
        </pc:spChg>
        <pc:grpChg chg="mod">
          <ac:chgData name="Koen DE BELIE" userId="0b604c76-dc05-41eb-aae4-58be6ad353f8" providerId="ADAL" clId="{A0CAB841-4192-4D5A-AB98-8769508D3B25}" dt="2025-09-24T18:51:02.597" v="518" actId="1076"/>
          <ac:grpSpMkLst>
            <pc:docMk/>
            <pc:sldMk cId="0" sldId="350"/>
            <ac:grpSpMk id="33796" creationId="{455C69EF-D01C-4C87-958A-06BDC546D586}"/>
          </ac:grpSpMkLst>
        </pc:grpChg>
        <pc:picChg chg="mod">
          <ac:chgData name="Koen DE BELIE" userId="0b604c76-dc05-41eb-aae4-58be6ad353f8" providerId="ADAL" clId="{A0CAB841-4192-4D5A-AB98-8769508D3B25}" dt="2025-09-24T18:51:02.597" v="518" actId="1076"/>
          <ac:picMkLst>
            <pc:docMk/>
            <pc:sldMk cId="0" sldId="350"/>
            <ac:picMk id="33797" creationId="{934AA42A-0B1D-419E-80B5-5531EA802499}"/>
          </ac:picMkLst>
        </pc:picChg>
        <pc:picChg chg="mod">
          <ac:chgData name="Koen DE BELIE" userId="0b604c76-dc05-41eb-aae4-58be6ad353f8" providerId="ADAL" clId="{A0CAB841-4192-4D5A-AB98-8769508D3B25}" dt="2025-09-24T18:51:02.597" v="518" actId="1076"/>
          <ac:picMkLst>
            <pc:docMk/>
            <pc:sldMk cId="0" sldId="350"/>
            <ac:picMk id="33798" creationId="{E1230956-D7EE-4853-A08D-573DBCD548E7}"/>
          </ac:picMkLst>
        </pc:picChg>
        <pc:picChg chg="mod">
          <ac:chgData name="Koen DE BELIE" userId="0b604c76-dc05-41eb-aae4-58be6ad353f8" providerId="ADAL" clId="{A0CAB841-4192-4D5A-AB98-8769508D3B25}" dt="2025-09-24T18:51:02.597" v="518" actId="1076"/>
          <ac:picMkLst>
            <pc:docMk/>
            <pc:sldMk cId="0" sldId="350"/>
            <ac:picMk id="33799" creationId="{657CC4AF-D418-40E2-B11B-7A1521FC9969}"/>
          </ac:picMkLst>
        </pc:picChg>
        <pc:picChg chg="mod">
          <ac:chgData name="Koen DE BELIE" userId="0b604c76-dc05-41eb-aae4-58be6ad353f8" providerId="ADAL" clId="{A0CAB841-4192-4D5A-AB98-8769508D3B25}" dt="2025-09-24T18:51:02.597" v="518" actId="1076"/>
          <ac:picMkLst>
            <pc:docMk/>
            <pc:sldMk cId="0" sldId="350"/>
            <ac:picMk id="33800" creationId="{D9BFCF15-4EA7-46B7-AEF7-3F0E64B89B67}"/>
          </ac:picMkLst>
        </pc:picChg>
      </pc:sldChg>
      <pc:sldChg chg="new del">
        <pc:chgData name="Koen DE BELIE" userId="0b604c76-dc05-41eb-aae4-58be6ad353f8" providerId="ADAL" clId="{A0CAB841-4192-4D5A-AB98-8769508D3B25}" dt="2025-09-24T19:59:34.865" v="1347" actId="47"/>
        <pc:sldMkLst>
          <pc:docMk/>
          <pc:sldMk cId="1803793998" sldId="351"/>
        </pc:sldMkLst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70"/>
        </pc:sldMkLst>
        <pc:spChg chg="mod">
          <ac:chgData name="Koen DE BELIE" userId="0b604c76-dc05-41eb-aae4-58be6ad353f8" providerId="ADAL" clId="{A0CAB841-4192-4D5A-AB98-8769508D3B25}" dt="2025-09-24T19:14:20.508" v="919" actId="20577"/>
          <ac:spMkLst>
            <pc:docMk/>
            <pc:sldMk cId="0" sldId="370"/>
            <ac:spMk id="134146" creationId="{D2BF854F-A47B-4639-BE1B-76732BDA0BF8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71"/>
        </pc:sldMkLst>
        <pc:spChg chg="mod">
          <ac:chgData name="Koen DE BELIE" userId="0b604c76-dc05-41eb-aae4-58be6ad353f8" providerId="ADAL" clId="{A0CAB841-4192-4D5A-AB98-8769508D3B25}" dt="2025-09-24T19:14:23.932" v="921" actId="20577"/>
          <ac:spMkLst>
            <pc:docMk/>
            <pc:sldMk cId="0" sldId="371"/>
            <ac:spMk id="135170" creationId="{C0A84E21-34EB-4125-A536-7064D88C9DCC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72"/>
        </pc:sldMkLst>
        <pc:spChg chg="mod">
          <ac:chgData name="Koen DE BELIE" userId="0b604c76-dc05-41eb-aae4-58be6ad353f8" providerId="ADAL" clId="{A0CAB841-4192-4D5A-AB98-8769508D3B25}" dt="2025-09-24T19:32:03.621" v="1314" actId="20577"/>
          <ac:spMkLst>
            <pc:docMk/>
            <pc:sldMk cId="0" sldId="372"/>
            <ac:spMk id="136194" creationId="{6D5D3E77-B8E3-4208-8AE9-1512E0ACFCED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73"/>
        </pc:sldMkLst>
        <pc:spChg chg="mod">
          <ac:chgData name="Koen DE BELIE" userId="0b604c76-dc05-41eb-aae4-58be6ad353f8" providerId="ADAL" clId="{A0CAB841-4192-4D5A-AB98-8769508D3B25}" dt="2025-09-24T19:32:17.466" v="1318" actId="20577"/>
          <ac:spMkLst>
            <pc:docMk/>
            <pc:sldMk cId="0" sldId="373"/>
            <ac:spMk id="137218" creationId="{BFA37D46-10BF-44F1-97A7-C1C8E11C343A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74"/>
        </pc:sldMkLst>
        <pc:spChg chg="mod">
          <ac:chgData name="Koen DE BELIE" userId="0b604c76-dc05-41eb-aae4-58be6ad353f8" providerId="ADAL" clId="{A0CAB841-4192-4D5A-AB98-8769508D3B25}" dt="2025-09-24T19:32:25.881" v="1322" actId="20577"/>
          <ac:spMkLst>
            <pc:docMk/>
            <pc:sldMk cId="0" sldId="374"/>
            <ac:spMk id="138242" creationId="{B9BE950D-CE31-4879-AA38-71BE511236C4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75"/>
        </pc:sldMkLst>
        <pc:spChg chg="mod">
          <ac:chgData name="Koen DE BELIE" userId="0b604c76-dc05-41eb-aae4-58be6ad353f8" providerId="ADAL" clId="{A0CAB841-4192-4D5A-AB98-8769508D3B25}" dt="2025-09-24T19:32:29.702" v="1324" actId="20577"/>
          <ac:spMkLst>
            <pc:docMk/>
            <pc:sldMk cId="0" sldId="375"/>
            <ac:spMk id="139266" creationId="{E236F7C0-052D-4826-B424-C40314A69352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77"/>
        </pc:sldMkLst>
        <pc:spChg chg="mod">
          <ac:chgData name="Koen DE BELIE" userId="0b604c76-dc05-41eb-aae4-58be6ad353f8" providerId="ADAL" clId="{A0CAB841-4192-4D5A-AB98-8769508D3B25}" dt="2025-09-24T19:31:36.211" v="1306" actId="20577"/>
          <ac:spMkLst>
            <pc:docMk/>
            <pc:sldMk cId="0" sldId="377"/>
            <ac:spMk id="141314" creationId="{73C3C749-C066-4FC2-9ADB-F62269072D96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79"/>
        </pc:sldMkLst>
        <pc:spChg chg="mod">
          <ac:chgData name="Koen DE BELIE" userId="0b604c76-dc05-41eb-aae4-58be6ad353f8" providerId="ADAL" clId="{A0CAB841-4192-4D5A-AB98-8769508D3B25}" dt="2025-09-24T19:31:47.149" v="1310"/>
          <ac:spMkLst>
            <pc:docMk/>
            <pc:sldMk cId="0" sldId="379"/>
            <ac:spMk id="143362" creationId="{D17670D1-64B0-45A4-9308-0D5CF610177F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80"/>
        </pc:sldMkLst>
        <pc:spChg chg="mod">
          <ac:chgData name="Koen DE BELIE" userId="0b604c76-dc05-41eb-aae4-58be6ad353f8" providerId="ADAL" clId="{A0CAB841-4192-4D5A-AB98-8769508D3B25}" dt="2025-09-24T19:31:51.123" v="1312"/>
          <ac:spMkLst>
            <pc:docMk/>
            <pc:sldMk cId="0" sldId="380"/>
            <ac:spMk id="144386" creationId="{BBC9DDC2-F692-4C06-97AF-76FFD76E9821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83"/>
        </pc:sldMkLst>
        <pc:spChg chg="mod">
          <ac:chgData name="Koen DE BELIE" userId="0b604c76-dc05-41eb-aae4-58be6ad353f8" providerId="ADAL" clId="{A0CAB841-4192-4D5A-AB98-8769508D3B25}" dt="2025-09-24T19:18:19.510" v="960" actId="20577"/>
          <ac:spMkLst>
            <pc:docMk/>
            <pc:sldMk cId="0" sldId="383"/>
            <ac:spMk id="147458" creationId="{FCCF9ADC-F1B2-4A12-A4CC-DAD818AD3AF7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85"/>
        </pc:sldMkLst>
        <pc:spChg chg="mod">
          <ac:chgData name="Koen DE BELIE" userId="0b604c76-dc05-41eb-aae4-58be6ad353f8" providerId="ADAL" clId="{A0CAB841-4192-4D5A-AB98-8769508D3B25}" dt="2025-09-24T19:18:28.476" v="964" actId="20577"/>
          <ac:spMkLst>
            <pc:docMk/>
            <pc:sldMk cId="0" sldId="385"/>
            <ac:spMk id="149506" creationId="{E25E6C41-A216-4F83-B8DC-235875258DB1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86"/>
        </pc:sldMkLst>
        <pc:spChg chg="mod">
          <ac:chgData name="Koen DE BELIE" userId="0b604c76-dc05-41eb-aae4-58be6ad353f8" providerId="ADAL" clId="{A0CAB841-4192-4D5A-AB98-8769508D3B25}" dt="2025-09-24T19:18:35.405" v="966" actId="20577"/>
          <ac:spMkLst>
            <pc:docMk/>
            <pc:sldMk cId="0" sldId="386"/>
            <ac:spMk id="150530" creationId="{D1085A95-9247-4C1E-BBC9-20CC5B43A431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89"/>
        </pc:sldMkLst>
        <pc:spChg chg="mod">
          <ac:chgData name="Koen DE BELIE" userId="0b604c76-dc05-41eb-aae4-58be6ad353f8" providerId="ADAL" clId="{A0CAB841-4192-4D5A-AB98-8769508D3B25}" dt="2025-09-24T19:32:21.561" v="1320" actId="20577"/>
          <ac:spMkLst>
            <pc:docMk/>
            <pc:sldMk cId="0" sldId="389"/>
            <ac:spMk id="153602" creationId="{9EA7E3B2-B00E-4C13-A68B-D9F728A1132A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390"/>
        </pc:sldMkLst>
        <pc:spChg chg="mod">
          <ac:chgData name="Koen DE BELIE" userId="0b604c76-dc05-41eb-aae4-58be6ad353f8" providerId="ADAL" clId="{A0CAB841-4192-4D5A-AB98-8769508D3B25}" dt="2025-09-24T19:32:34.178" v="1326" actId="20577"/>
          <ac:spMkLst>
            <pc:docMk/>
            <pc:sldMk cId="0" sldId="390"/>
            <ac:spMk id="154626" creationId="{8F37C84D-3ED5-453B-B349-D2DBCD3972D0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418"/>
        </pc:sldMkLst>
        <pc:spChg chg="mod">
          <ac:chgData name="Koen DE BELIE" userId="0b604c76-dc05-41eb-aae4-58be6ad353f8" providerId="ADAL" clId="{A0CAB841-4192-4D5A-AB98-8769508D3B25}" dt="2025-09-24T19:31:43.082" v="1308"/>
          <ac:spMkLst>
            <pc:docMk/>
            <pc:sldMk cId="0" sldId="418"/>
            <ac:spMk id="141314" creationId="{F0074ADB-A994-41DC-AB81-550D13413AED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419"/>
        </pc:sldMkLst>
        <pc:spChg chg="mod">
          <ac:chgData name="Koen DE BELIE" userId="0b604c76-dc05-41eb-aae4-58be6ad353f8" providerId="ADAL" clId="{A0CAB841-4192-4D5A-AB98-8769508D3B25}" dt="2025-09-24T19:18:23.806" v="962" actId="20577"/>
          <ac:spMkLst>
            <pc:docMk/>
            <pc:sldMk cId="0" sldId="419"/>
            <ac:spMk id="147458" creationId="{EEABE6A8-37FB-4525-B40D-EC7DFAC67291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420"/>
        </pc:sldMkLst>
        <pc:spChg chg="mod">
          <ac:chgData name="Koen DE BELIE" userId="0b604c76-dc05-41eb-aae4-58be6ad353f8" providerId="ADAL" clId="{A0CAB841-4192-4D5A-AB98-8769508D3B25}" dt="2025-09-24T19:27:17.087" v="1227" actId="14100"/>
          <ac:spMkLst>
            <pc:docMk/>
            <pc:sldMk cId="0" sldId="420"/>
            <ac:spMk id="8194" creationId="{00000000-0000-0000-0000-000000000000}"/>
          </ac:spMkLst>
        </pc:spChg>
        <pc:spChg chg="mod">
          <ac:chgData name="Koen DE BELIE" userId="0b604c76-dc05-41eb-aae4-58be6ad353f8" providerId="ADAL" clId="{A0CAB841-4192-4D5A-AB98-8769508D3B25}" dt="2025-09-24T19:27:38.959" v="1234" actId="14100"/>
          <ac:spMkLst>
            <pc:docMk/>
            <pc:sldMk cId="0" sldId="420"/>
            <ac:spMk id="8195" creationId="{00000000-0000-0000-0000-000000000000}"/>
          </ac:spMkLst>
        </pc:spChg>
        <pc:picChg chg="mod">
          <ac:chgData name="Koen DE BELIE" userId="0b604c76-dc05-41eb-aae4-58be6ad353f8" providerId="ADAL" clId="{A0CAB841-4192-4D5A-AB98-8769508D3B25}" dt="2025-09-24T19:27:42.383" v="1235" actId="1076"/>
          <ac:picMkLst>
            <pc:docMk/>
            <pc:sldMk cId="0" sldId="420"/>
            <ac:picMk id="5124" creationId="{00000000-0000-0000-0000-000000000000}"/>
          </ac:picMkLst>
        </pc:picChg>
      </pc:sldChg>
      <pc:sldChg chg="modSp add del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421"/>
        </pc:sldMkLst>
        <pc:spChg chg="mod">
          <ac:chgData name="Koen DE BELIE" userId="0b604c76-dc05-41eb-aae4-58be6ad353f8" providerId="ADAL" clId="{A0CAB841-4192-4D5A-AB98-8769508D3B25}" dt="2025-09-24T19:27:55.396" v="1236"/>
          <ac:spMkLst>
            <pc:docMk/>
            <pc:sldMk cId="0" sldId="421"/>
            <ac:spMk id="9220" creationId="{00000000-0000-0000-0000-000000000000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422"/>
        </pc:sldMkLst>
        <pc:spChg chg="mod">
          <ac:chgData name="Koen DE BELIE" userId="0b604c76-dc05-41eb-aae4-58be6ad353f8" providerId="ADAL" clId="{A0CAB841-4192-4D5A-AB98-8769508D3B25}" dt="2025-09-24T19:28:15.753" v="1245" actId="14100"/>
          <ac:spMkLst>
            <pc:docMk/>
            <pc:sldMk cId="0" sldId="422"/>
            <ac:spMk id="10242" creationId="{00000000-0000-0000-0000-000000000000}"/>
          </ac:spMkLst>
        </pc:spChg>
        <pc:spChg chg="mod">
          <ac:chgData name="Koen DE BELIE" userId="0b604c76-dc05-41eb-aae4-58be6ad353f8" providerId="ADAL" clId="{A0CAB841-4192-4D5A-AB98-8769508D3B25}" dt="2025-09-24T19:28:49.432" v="1266" actId="20577"/>
          <ac:spMkLst>
            <pc:docMk/>
            <pc:sldMk cId="0" sldId="422"/>
            <ac:spMk id="10243" creationId="{00000000-0000-0000-0000-000000000000}"/>
          </ac:spMkLst>
        </pc:spChg>
        <pc:picChg chg="mod">
          <ac:chgData name="Koen DE BELIE" userId="0b604c76-dc05-41eb-aae4-58be6ad353f8" providerId="ADAL" clId="{A0CAB841-4192-4D5A-AB98-8769508D3B25}" dt="2025-09-24T19:28:22.390" v="1247" actId="1076"/>
          <ac:picMkLst>
            <pc:docMk/>
            <pc:sldMk cId="0" sldId="422"/>
            <ac:picMk id="7172" creationId="{00000000-0000-0000-0000-000000000000}"/>
          </ac:picMkLst>
        </pc:pic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423"/>
        </pc:sldMkLst>
        <pc:spChg chg="mod">
          <ac:chgData name="Koen DE BELIE" userId="0b604c76-dc05-41eb-aae4-58be6ad353f8" providerId="ADAL" clId="{A0CAB841-4192-4D5A-AB98-8769508D3B25}" dt="2025-09-24T19:29:50.088" v="1276" actId="14100"/>
          <ac:spMkLst>
            <pc:docMk/>
            <pc:sldMk cId="0" sldId="423"/>
            <ac:spMk id="12290" creationId="{00000000-0000-0000-0000-000000000000}"/>
          </ac:spMkLst>
        </pc:spChg>
        <pc:spChg chg="mod">
          <ac:chgData name="Koen DE BELIE" userId="0b604c76-dc05-41eb-aae4-58be6ad353f8" providerId="ADAL" clId="{A0CAB841-4192-4D5A-AB98-8769508D3B25}" dt="2025-09-24T19:29:12.751" v="1272" actId="1076"/>
          <ac:spMkLst>
            <pc:docMk/>
            <pc:sldMk cId="0" sldId="423"/>
            <ac:spMk id="12291" creationId="{00000000-0000-0000-0000-000000000000}"/>
          </ac:spMkLst>
        </pc:spChg>
        <pc:picChg chg="mod">
          <ac:chgData name="Koen DE BELIE" userId="0b604c76-dc05-41eb-aae4-58be6ad353f8" providerId="ADAL" clId="{A0CAB841-4192-4D5A-AB98-8769508D3B25}" dt="2025-09-24T19:29:14.718" v="1273" actId="1076"/>
          <ac:picMkLst>
            <pc:docMk/>
            <pc:sldMk cId="0" sldId="423"/>
            <ac:picMk id="8196" creationId="{00000000-0000-0000-0000-000000000000}"/>
          </ac:picMkLst>
        </pc:pic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424"/>
        </pc:sldMkLst>
        <pc:spChg chg="mod">
          <ac:chgData name="Koen DE BELIE" userId="0b604c76-dc05-41eb-aae4-58be6ad353f8" providerId="ADAL" clId="{A0CAB841-4192-4D5A-AB98-8769508D3B25}" dt="2025-09-24T19:29:56.121" v="1278" actId="14100"/>
          <ac:spMkLst>
            <pc:docMk/>
            <pc:sldMk cId="0" sldId="424"/>
            <ac:spMk id="11267" creationId="{00000000-0000-0000-0000-000000000000}"/>
          </ac:spMkLst>
        </pc:spChg>
      </pc:sldChg>
      <pc:sldChg chg="add del">
        <pc:chgData name="Koen DE BELIE" userId="0b604c76-dc05-41eb-aae4-58be6ad353f8" providerId="ADAL" clId="{A0CAB841-4192-4D5A-AB98-8769508D3B25}" dt="2025-09-24T19:17:40.192" v="950" actId="47"/>
        <pc:sldMkLst>
          <pc:docMk/>
          <pc:sldMk cId="2346523490" sldId="424"/>
        </pc:sldMkLst>
      </pc:sldChg>
      <pc:sldChg chg="add del">
        <pc:chgData name="Koen DE BELIE" userId="0b604c76-dc05-41eb-aae4-58be6ad353f8" providerId="ADAL" clId="{A0CAB841-4192-4D5A-AB98-8769508D3B25}" dt="2025-09-24T19:17:40.192" v="950" actId="47"/>
        <pc:sldMkLst>
          <pc:docMk/>
          <pc:sldMk cId="286714849" sldId="425"/>
        </pc:sldMkLst>
      </pc:sldChg>
      <pc:sldChg chg="add del">
        <pc:chgData name="Koen DE BELIE" userId="0b604c76-dc05-41eb-aae4-58be6ad353f8" providerId="ADAL" clId="{A0CAB841-4192-4D5A-AB98-8769508D3B25}" dt="2025-09-24T19:59:34.865" v="1347" actId="47"/>
        <pc:sldMkLst>
          <pc:docMk/>
          <pc:sldMk cId="2346523490" sldId="425"/>
        </pc:sldMkLst>
      </pc:sldChg>
      <pc:sldChg chg="add del">
        <pc:chgData name="Koen DE BELIE" userId="0b604c76-dc05-41eb-aae4-58be6ad353f8" providerId="ADAL" clId="{A0CAB841-4192-4D5A-AB98-8769508D3B25}" dt="2025-09-24T19:59:34.865" v="1347" actId="47"/>
        <pc:sldMkLst>
          <pc:docMk/>
          <pc:sldMk cId="1358379989" sldId="426"/>
        </pc:sldMkLst>
      </pc:sldChg>
      <pc:sldChg chg="add del">
        <pc:chgData name="Koen DE BELIE" userId="0b604c76-dc05-41eb-aae4-58be6ad353f8" providerId="ADAL" clId="{A0CAB841-4192-4D5A-AB98-8769508D3B25}" dt="2025-09-24T19:59:34.865" v="1347" actId="47"/>
        <pc:sldMkLst>
          <pc:docMk/>
          <pc:sldMk cId="2099670964" sldId="429"/>
        </pc:sldMkLst>
      </pc:sldChg>
      <pc:sldChg chg="add del">
        <pc:chgData name="Koen DE BELIE" userId="0b604c76-dc05-41eb-aae4-58be6ad353f8" providerId="ADAL" clId="{A0CAB841-4192-4D5A-AB98-8769508D3B25}" dt="2025-09-24T19:59:34.865" v="1347" actId="47"/>
        <pc:sldMkLst>
          <pc:docMk/>
          <pc:sldMk cId="286714849" sldId="430"/>
        </pc:sldMkLst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431"/>
        </pc:sldMkLst>
        <pc:spChg chg="mod">
          <ac:chgData name="Koen DE BELIE" userId="0b604c76-dc05-41eb-aae4-58be6ad353f8" providerId="ADAL" clId="{A0CAB841-4192-4D5A-AB98-8769508D3B25}" dt="2025-09-24T19:35:02.071" v="1336" actId="20577"/>
          <ac:spMkLst>
            <pc:docMk/>
            <pc:sldMk cId="0" sldId="431"/>
            <ac:spMk id="26626" creationId="{00000000-0000-0000-0000-000000000000}"/>
          </ac:spMkLst>
        </pc:spChg>
        <pc:picChg chg="mod">
          <ac:chgData name="Koen DE BELIE" userId="0b604c76-dc05-41eb-aae4-58be6ad353f8" providerId="ADAL" clId="{A0CAB841-4192-4D5A-AB98-8769508D3B25}" dt="2025-09-24T19:35:12.128" v="1340" actId="1076"/>
          <ac:picMkLst>
            <pc:docMk/>
            <pc:sldMk cId="0" sldId="431"/>
            <ac:picMk id="23556" creationId="{00000000-0000-0000-0000-000000000000}"/>
          </ac:picMkLst>
        </pc:pic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432"/>
        </pc:sldMkLst>
        <pc:spChg chg="mod">
          <ac:chgData name="Koen DE BELIE" userId="0b604c76-dc05-41eb-aae4-58be6ad353f8" providerId="ADAL" clId="{A0CAB841-4192-4D5A-AB98-8769508D3B25}" dt="2025-09-24T19:35:05.738" v="1338" actId="20577"/>
          <ac:spMkLst>
            <pc:docMk/>
            <pc:sldMk cId="0" sldId="432"/>
            <ac:spMk id="27650" creationId="{00000000-0000-0000-0000-000000000000}"/>
          </ac:spMkLst>
        </pc:spChg>
      </pc:sldChg>
      <pc:sldChg chg="modSp add del mod">
        <pc:chgData name="Koen DE BELIE" userId="0b604c76-dc05-41eb-aae4-58be6ad353f8" providerId="ADAL" clId="{A0CAB841-4192-4D5A-AB98-8769508D3B25}" dt="2025-09-24T19:59:34.865" v="1347" actId="47"/>
        <pc:sldMkLst>
          <pc:docMk/>
          <pc:sldMk cId="0" sldId="433"/>
        </pc:sldMkLst>
        <pc:spChg chg="mod">
          <ac:chgData name="Koen DE BELIE" userId="0b604c76-dc05-41eb-aae4-58be6ad353f8" providerId="ADAL" clId="{A0CAB841-4192-4D5A-AB98-8769508D3B25}" dt="2025-09-24T19:35:22.194" v="1346" actId="20577"/>
          <ac:spMkLst>
            <pc:docMk/>
            <pc:sldMk cId="0" sldId="433"/>
            <ac:spMk id="2969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44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12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4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57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8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2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38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36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57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24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4679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40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4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07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5733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8499" y="1343818"/>
            <a:ext cx="11609798" cy="5272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5019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32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/>
                  <a:t>Oorzaak van een versnelling: kracht</a:t>
                </a:r>
              </a:p>
              <a:p>
                <a:pPr lvl="0"/>
                <a:r>
                  <a:t>Volgens Newton:</a:t>
                </a:r>
                <a:br/>
                <a:endParaRPr/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∑</m:t>
                    </m:r>
                    <m:acc>
                      <m:accPr>
                        <m:chr m:val="⃗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⇒</m:t>
                    </m:r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/>
                      <m:t>constant</m:t>
                    </m:r>
                    <m:r>
                      <a:rPr>
                        <a:latin typeface="Cambria Math" panose="02040503050406030204" pitchFamily="18" charset="0"/>
                      </a:rPr>
                      <m:t>⇒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/>
              </a:p>
              <a:p>
                <a:pPr lvl="0"/>
                <a:r>
                  <a:t>Als de snelheid verandert:</a:t>
                </a:r>
                <a:br/>
                <a:endParaRPr/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  <m:r>
                      <a:rPr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nor/>
                      </m:rPr>
                      <a:rPr/>
                      <m:t>constant</m:t>
                    </m:r>
                    <m:r>
                      <a:rPr>
                        <a:latin typeface="Cambria Math" panose="02040503050406030204" pitchFamily="18" charset="0"/>
                      </a:rPr>
                      <m:t>⇒∑</m:t>
                    </m:r>
                    <m:acc>
                      <m:accPr>
                        <m:chr m:val="⃗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>
                        <a:latin typeface="Cambria Math" panose="02040503050406030204" pitchFamily="18" charset="0"/>
                      </a:rPr>
                      <m:t>≠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/>
              </a:p>
              <a:p>
                <a:pPr marL="1270000" lvl="0" indent="0">
                  <a:buNone/>
                </a:pPr>
                <a:r>
                  <a:rPr sz="2000"/>
                  <a:t>Een kracht is dus de </a:t>
                </a:r>
                <a:r>
                  <a:rPr sz="2000" b="1"/>
                  <a:t>oorzaak van versnelling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Versnelling als vector</a:t>
            </a:r>
          </a:p>
          <a:p>
            <a:pPr lvl="0"/>
            <a:r>
              <a:t>Versnelling kan:</a:t>
            </a:r>
          </a:p>
          <a:p>
            <a:pPr lvl="1"/>
            <a:r>
              <a:t>vergroten</a:t>
            </a:r>
          </a:p>
          <a:p>
            <a:pPr lvl="1"/>
            <a:r>
              <a:t>verkleinen</a:t>
            </a:r>
          </a:p>
          <a:p>
            <a:pPr lvl="1"/>
            <a:r>
              <a:t>van richting veranderen</a:t>
            </a:r>
          </a:p>
          <a:p>
            <a:pPr lvl="1"/>
            <a:r>
              <a:t>van zin veranderen</a:t>
            </a:r>
          </a:p>
          <a:p>
            <a:pPr lvl="0"/>
            <a:r>
              <a:t>Versnelling is een </a:t>
            </a:r>
            <a:r>
              <a:rPr b="1"/>
              <a:t>vector</a:t>
            </a:r>
            <a:r>
              <a:t>:</a:t>
            </a:r>
            <a:br/>
            <a:r>
              <a:t>→ grootte, richting, zin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/>
                  <a:t>Superpositiebeginsel</a:t>
                </a:r>
              </a:p>
              <a:p>
                <a:pPr lvl="0"/>
                <a:r>
                  <a:t>Meerdere krachten kunnen tegelijk inwerken</a:t>
                </a:r>
                <a:br/>
                <a:endParaRPr/>
              </a:p>
              <a:p>
                <a:pPr lvl="0"/>
                <a:r>
                  <a:t>De </a:t>
                </a:r>
                <a:r>
                  <a:rPr b="1"/>
                  <a:t>nettokracht</a:t>
                </a:r>
                <a:r>
                  <a:t> is de </a:t>
                </a:r>
                <a:r>
                  <a:rPr b="1"/>
                  <a:t>vectoriële som</a:t>
                </a:r>
                <a:r>
                  <a:t> van alle krachten</a:t>
                </a:r>
                <a:br/>
                <a:endParaRPr/>
              </a:p>
              <a:p>
                <a:pPr lvl="0"/>
                <a:r>
                  <a:t>Alleen als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∑</m:t>
                    </m:r>
                    <m:acc>
                      <m:accPr>
                        <m:chr m:val="⃗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>
                        <a:latin typeface="Cambria Math" panose="02040503050406030204" pitchFamily="18" charset="0"/>
                      </a:rPr>
                      <m:t>≠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t> verandert de bewegingstoestand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Voorbeeld: valbeweging</a:t>
            </a:r>
          </a:p>
          <a:p>
            <a:pPr lvl="0"/>
            <a:r>
              <a:t>Zwaartekracht werkt op een voorwerp</a:t>
            </a:r>
            <a:br/>
            <a:endParaRPr/>
          </a:p>
          <a:p>
            <a:pPr lvl="0"/>
            <a:r>
              <a:t>Als er </a:t>
            </a:r>
            <a:r>
              <a:rPr b="1"/>
              <a:t>weinig wrijving</a:t>
            </a:r>
            <a:r>
              <a:t> is:</a:t>
            </a:r>
            <a:br/>
            <a:r>
              <a:t>→ nettokracht ≈ zwaartekracht</a:t>
            </a:r>
            <a:br/>
            <a:r>
              <a:t>→ beweging is een </a:t>
            </a:r>
            <a:r>
              <a:rPr b="1"/>
              <a:t>EVRB</a:t>
            </a:r>
          </a:p>
          <a:p>
            <a:pPr lvl="0"/>
            <a:r>
              <a:rPr b="1"/>
              <a:t>Stroboscopische foto</a:t>
            </a:r>
            <a:r>
              <a:t> toont:</a:t>
            </a:r>
            <a:br/>
            <a:r>
              <a:t>→ constante versnelling = </a:t>
            </a:r>
            <a:r>
              <a:rPr b="1"/>
              <a:t>valversnelling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/>
                  <a:t>Valbeweging en kracht</a:t>
                </a:r>
              </a:p>
              <a:p>
                <a:pPr lvl="0"/>
                <a:r>
                  <a:t>Als er </a:t>
                </a:r>
                <a:r>
                  <a:rPr b="1"/>
                  <a:t>geen nettokracht</a:t>
                </a:r>
                <a:r>
                  <a:t>:</a:t>
                </a:r>
                <a:br/>
                <a:endParaRPr/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∑</m:t>
                    </m:r>
                    <m:acc>
                      <m:accPr>
                        <m:chr m:val="⃗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⇒</m:t>
                    </m:r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/>
                      <m:t>constant</m:t>
                    </m:r>
                    <m:r>
                      <a:rPr>
                        <a:latin typeface="Cambria Math" panose="02040503050406030204" pitchFamily="18" charset="0"/>
                      </a:rPr>
                      <m:t>⇒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/>
              </a:p>
              <a:p>
                <a:pPr lvl="0"/>
                <a:r>
                  <a:t>Als er </a:t>
                </a:r>
                <a:r>
                  <a:rPr b="1"/>
                  <a:t>wel een nettokracht</a:t>
                </a:r>
                <a:r>
                  <a:t>:</a:t>
                </a:r>
                <a:br/>
                <a:endParaRPr/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∑</m:t>
                    </m:r>
                    <m:acc>
                      <m:accPr>
                        <m:chr m:val="⃗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>
                        <a:latin typeface="Cambria Math" panose="02040503050406030204" pitchFamily="18" charset="0"/>
                      </a:rPr>
                      <m:t>≠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⇒</m:t>
                    </m:r>
                    <m:r>
                      <a:rPr>
                        <a:latin typeface="Cambria Math" panose="02040503050406030204" pitchFamily="18" charset="0"/>
                      </a:rPr>
                      <m:t>𝑎</m:t>
                    </m:r>
                    <m:r>
                      <a:rPr>
                        <a:latin typeface="Cambria Math" panose="02040503050406030204" pitchFamily="18" charset="0"/>
                      </a:rPr>
                      <m:t>≠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/>
              </a:p>
              <a:p>
                <a:pPr marL="1270000" lvl="0" indent="0">
                  <a:buNone/>
                </a:pPr>
                <a:r>
                  <a:rPr sz="2000"/>
                  <a:t>Versnelling ontstaat door een </a:t>
                </a:r>
                <a:r>
                  <a:rPr sz="2000" b="1"/>
                  <a:t>kracht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/>
                  <a:t>Voorbeeld: valbeweging</a:t>
                </a:r>
              </a:p>
              <a:p>
                <a:pPr lvl="0"/>
                <a:r>
                  <a:t>Zwaartekracht werkt op een vallend voorwerp</a:t>
                </a:r>
                <a:br/>
                <a:endParaRPr/>
              </a:p>
              <a:p>
                <a:pPr lvl="0"/>
                <a:r>
                  <a:t>Als er </a:t>
                </a:r>
                <a:r>
                  <a:rPr b="1"/>
                  <a:t>weinig luchtweerstand</a:t>
                </a:r>
                <a:r>
                  <a:t>:</a:t>
                </a:r>
                <a:br/>
                <a:r>
                  <a:t>→ nettokracht ≈ zwaartekracht</a:t>
                </a:r>
                <a:br/>
                <a:r>
                  <a:t>→ beweging is een </a:t>
                </a:r>
                <a:r>
                  <a:rPr b="1"/>
                  <a:t>EVRB</a:t>
                </a:r>
              </a:p>
              <a:p>
                <a:pPr lvl="0"/>
                <a:r>
                  <a:rPr b="1"/>
                  <a:t>Stroboscopische foto</a:t>
                </a:r>
                <a:r>
                  <a:t> toont:</a:t>
                </a:r>
                <a:br/>
                <a:r>
                  <a:t>→ gelijke afstanden per tijdseenheid → constante versnelling —</a:t>
                </a:r>
              </a:p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/>
                  <a:t>Samenstelling van krachten</a:t>
                </a:r>
              </a:p>
              <a:p>
                <a:pPr lvl="0"/>
                <a:r>
                  <a:t>Meerdere krachten kunnen tegelijk inwerken</a:t>
                </a:r>
                <a:br/>
                <a:endParaRPr/>
              </a:p>
              <a:p>
                <a:pPr lvl="0"/>
                <a:r>
                  <a:t>De </a:t>
                </a:r>
                <a:r>
                  <a:rPr b="1"/>
                  <a:t>nettokracht</a:t>
                </a:r>
                <a:r>
                  <a:t> is de </a:t>
                </a:r>
                <a:r>
                  <a:rPr b="1"/>
                  <a:t>vectoriële som</a:t>
                </a:r>
                <a:r>
                  <a:t> van alle krachten</a:t>
                </a:r>
                <a:br/>
                <a:endParaRPr/>
              </a:p>
              <a:p>
                <a:pPr lvl="0"/>
                <a:r>
                  <a:t>Alleen als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∑</m:t>
                    </m:r>
                    <m:acc>
                      <m:accPr>
                        <m:chr m:val="⃗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>
                        <a:latin typeface="Cambria Math" panose="02040503050406030204" pitchFamily="18" charset="0"/>
                      </a:rPr>
                      <m:t>≠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t> verandert de bewegingstoestand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Valversnelling</a:t>
            </a:r>
          </a:p>
          <a:p>
            <a:pPr lvl="0"/>
            <a:r>
              <a:t>Als de zwaartekracht </a:t>
            </a:r>
            <a:r>
              <a:rPr b="1"/>
              <a:t>constant blijft</a:t>
            </a:r>
            <a:r>
              <a:t> tijdens de val</a:t>
            </a:r>
            <a:br/>
            <a:r>
              <a:t>→ versnelling blijft constant</a:t>
            </a:r>
            <a:br/>
            <a:r>
              <a:t>→ valbeweging is een </a:t>
            </a:r>
            <a:r>
              <a:rPr b="1"/>
              <a:t>EVRB</a:t>
            </a:r>
          </a:p>
          <a:p>
            <a:pPr marL="1270000" lvl="0" indent="0">
              <a:buNone/>
            </a:pPr>
            <a:r>
              <a:rPr sz="2000"/>
              <a:t>In vacuüm is dit perfect zichtbaar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Kinematica in het ISS</a:t>
            </a:r>
          </a:p>
          <a:p>
            <a:pPr lvl="0"/>
            <a:r>
              <a:t>Het ISS draait rond de aarde op ±400 km hoogte</a:t>
            </a:r>
            <a:br/>
            <a:endParaRPr/>
          </a:p>
          <a:p>
            <a:pPr lvl="0"/>
            <a:r>
              <a:t>In het ISS heerst </a:t>
            </a:r>
            <a:r>
              <a:rPr b="1"/>
              <a:t>gewichtloosheid</a:t>
            </a:r>
            <a:br/>
            <a:endParaRPr/>
          </a:p>
          <a:p>
            <a:pPr lvl="0"/>
            <a:r>
              <a:t>Toch blijft het ISS in een baan door de </a:t>
            </a:r>
            <a:r>
              <a:rPr b="1"/>
              <a:t>zwaartekracht</a:t>
            </a:r>
          </a:p>
          <a:p>
            <a:pPr marL="1270000" lvl="0" indent="0">
              <a:buNone/>
            </a:pPr>
            <a:r>
              <a:rPr sz="2000"/>
              <a:t>Het ISS valt eigenlijk voortdurend, maar mist de aarde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Beweging in het ISS</a:t>
            </a:r>
          </a:p>
          <a:p>
            <a:pPr lvl="0"/>
            <a:r>
              <a:t>In korte tijdsintervallen: beweging ≈ </a:t>
            </a:r>
            <a:r>
              <a:rPr b="1"/>
              <a:t>constante snelheid</a:t>
            </a:r>
            <a:br/>
            <a:endParaRPr/>
          </a:p>
          <a:p>
            <a:pPr lvl="0"/>
            <a:r>
              <a:t>Geen wrijving → voorwerpen blijven bewegen</a:t>
            </a:r>
            <a:br/>
            <a:endParaRPr/>
          </a:p>
          <a:p>
            <a:pPr lvl="0"/>
            <a:r>
              <a:t>Geen kracht = geen verandering van snelheid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Effecten van gewichtloosheid</a:t>
            </a:r>
          </a:p>
          <a:p>
            <a:pPr lvl="0"/>
            <a:r>
              <a:t>Voorwerpen blijven zweven</a:t>
            </a:r>
            <a:br/>
            <a:endParaRPr/>
          </a:p>
          <a:p>
            <a:pPr lvl="0"/>
            <a:r>
              <a:t>Astronauten moeten zich </a:t>
            </a:r>
            <a:r>
              <a:rPr b="1"/>
              <a:t>vastmaken</a:t>
            </a:r>
            <a:r>
              <a:t> (bv. klittenband)</a:t>
            </a:r>
            <a:br/>
            <a:endParaRPr/>
          </a:p>
          <a:p>
            <a:pPr lvl="0"/>
            <a:r>
              <a:t>Beweging stopt pas bij </a:t>
            </a:r>
            <a:r>
              <a:rPr b="1"/>
              <a:t>botsing</a:t>
            </a:r>
            <a:r>
              <a:t> met wand of object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Dieren in het ISS</a:t>
            </a:r>
          </a:p>
          <a:p>
            <a:pPr lvl="0"/>
            <a:r>
              <a:t>Dieren zijn niet aangepast aan gewichtloosheid</a:t>
            </a:r>
            <a:br/>
            <a:endParaRPr/>
          </a:p>
          <a:p>
            <a:pPr lvl="0"/>
            <a:r>
              <a:t>Voorbeeld: kwartels in het ISS</a:t>
            </a:r>
          </a:p>
          <a:p>
            <a:pPr lvl="1"/>
            <a:r>
              <a:t>liepen tegen de kooi</a:t>
            </a:r>
            <a:br/>
            <a:endParaRPr/>
          </a:p>
          <a:p>
            <a:pPr lvl="1"/>
            <a:r>
              <a:t>gleden uit</a:t>
            </a:r>
            <a:br/>
            <a:endParaRPr/>
          </a:p>
          <a:p>
            <a:pPr lvl="1"/>
            <a:r>
              <a:t>konden moeilijk eten</a:t>
            </a:r>
            <a:br/>
            <a:endParaRPr/>
          </a:p>
          <a:p>
            <a:pPr lvl="1"/>
            <a:r>
              <a:t>experiment werd stopgezet</a:t>
            </a:r>
          </a:p>
          <a:p>
            <a:pPr marL="1270000" lvl="0" indent="0">
              <a:buNone/>
            </a:pPr>
            <a:r>
              <a:rPr sz="2000"/>
              <a:t>Gewichtloosheid beïnvloedt gedrag en beweging sterk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and Content ">
  <a:themeElements>
    <a:clrScheme name="Diept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iept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ept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399</Words>
  <Application>Microsoft Office PowerPoint</Application>
  <PresentationFormat>Breedbeeld</PresentationFormat>
  <Paragraphs>59</Paragraphs>
  <Slides>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5" baseType="lpstr">
      <vt:lpstr>Arial</vt:lpstr>
      <vt:lpstr>Cambria Math</vt:lpstr>
      <vt:lpstr>Corbel</vt:lpstr>
      <vt:lpstr>Title and Content 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Diepte</Template>
  <TotalTime>1645</TotalTime>
  <Words>32</Words>
  <Application>Microsoft Office PowerPoint</Application>
  <PresentationFormat>Breedbeeld</PresentationFormat>
  <Paragraphs>11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9" baseType="lpstr">
      <vt:lpstr>Arial</vt:lpstr>
      <vt:lpstr>Corbel</vt:lpstr>
      <vt:lpstr>Title and Content </vt:lpstr>
      <vt:lpstr>Title Slide</vt:lpstr>
      <vt:lpstr>Section Header</vt:lpstr>
      <vt:lpstr>Title and Content</vt:lpstr>
      <vt:lpstr>Two Content</vt:lpstr>
      <vt:lpstr>Comparison Slide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Koen DE BELIE</dc:creator>
  <cp:keywords/>
  <cp:lastModifiedBy>Koen DE BELIE</cp:lastModifiedBy>
  <cp:revision>1</cp:revision>
  <dcterms:created xsi:type="dcterms:W3CDTF">2025-09-24T15:31:54Z</dcterms:created>
  <dcterms:modified xsi:type="dcterms:W3CDTF">2025-09-24T19:59:43Z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