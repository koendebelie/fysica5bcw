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313" r:id="rId4"/>
    <p:sldId id="314" r:id="rId5"/>
    <p:sldId id="316" r:id="rId6"/>
    <p:sldId id="343" r:id="rId7"/>
    <p:sldId id="344" r:id="rId8"/>
    <p:sldId id="317" r:id="rId9"/>
    <p:sldId id="319" r:id="rId10"/>
    <p:sldId id="322" r:id="rId11"/>
    <p:sldId id="323" r:id="rId12"/>
    <p:sldId id="324" r:id="rId13"/>
    <p:sldId id="325" r:id="rId14"/>
    <p:sldId id="326" r:id="rId15"/>
    <p:sldId id="327" r:id="rId16"/>
    <p:sldId id="258" r:id="rId17"/>
    <p:sldId id="259" r:id="rId18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C1B38B-38BF-4A53-9425-86FACA1F1CF8}" v="2" dt="2025-11-15T20:14:30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4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undo custSel addSld delSld modSld">
      <pc:chgData name="Koen DE BELIE" userId="0b604c76-dc05-41eb-aae4-58be6ad353f8" providerId="ADAL" clId="{A0CAB841-4192-4D5A-AB98-8769508D3B25}" dt="2025-11-15T20:14:52.944" v="70" actId="14734"/>
      <pc:docMkLst>
        <pc:docMk/>
      </pc:docMkLst>
      <pc:sldChg chg="modSp add del mod">
        <pc:chgData name="Koen DE BELIE" userId="0b604c76-dc05-41eb-aae4-58be6ad353f8" providerId="ADAL" clId="{A0CAB841-4192-4D5A-AB98-8769508D3B25}" dt="2025-11-15T20:14:19.266" v="64" actId="948"/>
        <pc:sldMkLst>
          <pc:docMk/>
          <pc:sldMk cId="0" sldId="256"/>
        </pc:sldMkLst>
        <pc:spChg chg="mod">
          <ac:chgData name="Koen DE BELIE" userId="0b604c76-dc05-41eb-aae4-58be6ad353f8" providerId="ADAL" clId="{A0CAB841-4192-4D5A-AB98-8769508D3B25}" dt="2025-11-15T20:13:55.861" v="5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11-15T20:14:19.266" v="64" actId="948"/>
          <ac:spMkLst>
            <pc:docMk/>
            <pc:sldMk cId="0" sldId="256"/>
            <ac:spMk id="3" creationId="{00000000-0000-0000-0000-000000000000}"/>
          </ac:spMkLst>
        </pc:spChg>
      </pc:sldChg>
      <pc:sldChg chg="add del">
        <pc:chgData name="Koen DE BELIE" userId="0b604c76-dc05-41eb-aae4-58be6ad353f8" providerId="ADAL" clId="{A0CAB841-4192-4D5A-AB98-8769508D3B25}" dt="2025-11-15T20:13:41.181" v="56"/>
        <pc:sldMkLst>
          <pc:docMk/>
          <pc:sldMk cId="0" sldId="257"/>
        </pc:sldMkLst>
      </pc:sldChg>
      <pc:sldChg chg="add del">
        <pc:chgData name="Koen DE BELIE" userId="0b604c76-dc05-41eb-aae4-58be6ad353f8" providerId="ADAL" clId="{A0CAB841-4192-4D5A-AB98-8769508D3B25}" dt="2025-11-15T20:14:30.634" v="65"/>
        <pc:sldMkLst>
          <pc:docMk/>
          <pc:sldMk cId="0" sldId="258"/>
        </pc:sldMkLst>
      </pc:sldChg>
      <pc:sldChg chg="modSp add del mod">
        <pc:chgData name="Koen DE BELIE" userId="0b604c76-dc05-41eb-aae4-58be6ad353f8" providerId="ADAL" clId="{A0CAB841-4192-4D5A-AB98-8769508D3B25}" dt="2025-11-15T20:14:52.944" v="70" actId="14734"/>
        <pc:sldMkLst>
          <pc:docMk/>
          <pc:sldMk cId="0" sldId="259"/>
        </pc:sldMkLst>
        <pc:graphicFrameChg chg="modGraphic">
          <ac:chgData name="Koen DE BELIE" userId="0b604c76-dc05-41eb-aae4-58be6ad353f8" providerId="ADAL" clId="{A0CAB841-4192-4D5A-AB98-8769508D3B25}" dt="2025-11-15T20:14:52.944" v="70" actId="14734"/>
          <ac:graphicFrameMkLst>
            <pc:docMk/>
            <pc:sldMk cId="0" sldId="259"/>
            <ac:graphicFrameMk id="6" creationId="{00000000-0000-0000-0000-000000000000}"/>
          </ac:graphicFrameMkLst>
        </pc:graphicFrameChg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0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1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2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3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4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5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6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7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8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69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0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1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2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3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4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5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6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7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8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79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0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1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2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3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4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5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6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7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8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89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90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91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92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93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94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295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301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302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303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304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306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307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308"/>
        </pc:sldMkLst>
      </pc:sldChg>
      <pc:sldChg chg="modSp mod">
        <pc:chgData name="Koen DE BELIE" userId="0b604c76-dc05-41eb-aae4-58be6ad353f8" providerId="ADAL" clId="{A0CAB841-4192-4D5A-AB98-8769508D3B25}" dt="2025-11-15T20:00:35.915" v="11" actId="20577"/>
        <pc:sldMkLst>
          <pc:docMk/>
          <pc:sldMk cId="0" sldId="313"/>
        </pc:sldMkLst>
        <pc:spChg chg="mod">
          <ac:chgData name="Koen DE BELIE" userId="0b604c76-dc05-41eb-aae4-58be6ad353f8" providerId="ADAL" clId="{A0CAB841-4192-4D5A-AB98-8769508D3B25}" dt="2025-11-15T20:00:35.915" v="11" actId="20577"/>
          <ac:spMkLst>
            <pc:docMk/>
            <pc:sldMk cId="0" sldId="313"/>
            <ac:spMk id="67586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0:43.833" v="22" actId="20577"/>
        <pc:sldMkLst>
          <pc:docMk/>
          <pc:sldMk cId="0" sldId="314"/>
        </pc:sldMkLst>
        <pc:spChg chg="mod">
          <ac:chgData name="Koen DE BELIE" userId="0b604c76-dc05-41eb-aae4-58be6ad353f8" providerId="ADAL" clId="{A0CAB841-4192-4D5A-AB98-8769508D3B25}" dt="2025-11-15T20:00:43.833" v="22" actId="20577"/>
          <ac:spMkLst>
            <pc:docMk/>
            <pc:sldMk cId="0" sldId="314"/>
            <ac:spMk id="68610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0:49.881" v="33" actId="20577"/>
        <pc:sldMkLst>
          <pc:docMk/>
          <pc:sldMk cId="0" sldId="316"/>
        </pc:sldMkLst>
        <pc:spChg chg="mod">
          <ac:chgData name="Koen DE BELIE" userId="0b604c76-dc05-41eb-aae4-58be6ad353f8" providerId="ADAL" clId="{A0CAB841-4192-4D5A-AB98-8769508D3B25}" dt="2025-11-15T20:00:49.881" v="33" actId="20577"/>
          <ac:spMkLst>
            <pc:docMk/>
            <pc:sldMk cId="0" sldId="316"/>
            <ac:spMk id="70658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2:01.299" v="35" actId="20577"/>
        <pc:sldMkLst>
          <pc:docMk/>
          <pc:sldMk cId="0" sldId="317"/>
        </pc:sldMkLst>
        <pc:spChg chg="mod">
          <ac:chgData name="Koen DE BELIE" userId="0b604c76-dc05-41eb-aae4-58be6ad353f8" providerId="ADAL" clId="{A0CAB841-4192-4D5A-AB98-8769508D3B25}" dt="2025-11-15T20:02:01.299" v="35" actId="20577"/>
          <ac:spMkLst>
            <pc:docMk/>
            <pc:sldMk cId="0" sldId="317"/>
            <ac:spMk id="71682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2:03.482" v="36" actId="20577"/>
        <pc:sldMkLst>
          <pc:docMk/>
          <pc:sldMk cId="0" sldId="319"/>
        </pc:sldMkLst>
        <pc:spChg chg="mod">
          <ac:chgData name="Koen DE BELIE" userId="0b604c76-dc05-41eb-aae4-58be6ad353f8" providerId="ADAL" clId="{A0CAB841-4192-4D5A-AB98-8769508D3B25}" dt="2025-11-15T20:02:03.482" v="36" actId="20577"/>
          <ac:spMkLst>
            <pc:docMk/>
            <pc:sldMk cId="0" sldId="319"/>
            <ac:spMk id="73730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2:07.422" v="39" actId="20577"/>
        <pc:sldMkLst>
          <pc:docMk/>
          <pc:sldMk cId="0" sldId="322"/>
        </pc:sldMkLst>
        <pc:spChg chg="mod">
          <ac:chgData name="Koen DE BELIE" userId="0b604c76-dc05-41eb-aae4-58be6ad353f8" providerId="ADAL" clId="{A0CAB841-4192-4D5A-AB98-8769508D3B25}" dt="2025-11-15T20:02:07.422" v="39" actId="20577"/>
          <ac:spMkLst>
            <pc:docMk/>
            <pc:sldMk cId="0" sldId="322"/>
            <ac:spMk id="76802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2:11.130" v="42" actId="20577"/>
        <pc:sldMkLst>
          <pc:docMk/>
          <pc:sldMk cId="0" sldId="323"/>
        </pc:sldMkLst>
        <pc:spChg chg="mod">
          <ac:chgData name="Koen DE BELIE" userId="0b604c76-dc05-41eb-aae4-58be6ad353f8" providerId="ADAL" clId="{A0CAB841-4192-4D5A-AB98-8769508D3B25}" dt="2025-11-15T20:02:11.130" v="42" actId="20577"/>
          <ac:spMkLst>
            <pc:docMk/>
            <pc:sldMk cId="0" sldId="323"/>
            <ac:spMk id="77826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2:15.114" v="45" actId="20577"/>
        <pc:sldMkLst>
          <pc:docMk/>
          <pc:sldMk cId="0" sldId="324"/>
        </pc:sldMkLst>
        <pc:spChg chg="mod">
          <ac:chgData name="Koen DE BELIE" userId="0b604c76-dc05-41eb-aae4-58be6ad353f8" providerId="ADAL" clId="{A0CAB841-4192-4D5A-AB98-8769508D3B25}" dt="2025-11-15T20:02:15.114" v="45" actId="20577"/>
          <ac:spMkLst>
            <pc:docMk/>
            <pc:sldMk cId="0" sldId="324"/>
            <ac:spMk id="78850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2:18.962" v="48" actId="20577"/>
        <pc:sldMkLst>
          <pc:docMk/>
          <pc:sldMk cId="0" sldId="325"/>
        </pc:sldMkLst>
        <pc:spChg chg="mod">
          <ac:chgData name="Koen DE BELIE" userId="0b604c76-dc05-41eb-aae4-58be6ad353f8" providerId="ADAL" clId="{A0CAB841-4192-4D5A-AB98-8769508D3B25}" dt="2025-11-15T20:02:18.962" v="48" actId="20577"/>
          <ac:spMkLst>
            <pc:docMk/>
            <pc:sldMk cId="0" sldId="325"/>
            <ac:spMk id="79874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2:24.929" v="51" actId="20577"/>
        <pc:sldMkLst>
          <pc:docMk/>
          <pc:sldMk cId="0" sldId="326"/>
        </pc:sldMkLst>
        <pc:spChg chg="mod">
          <ac:chgData name="Koen DE BELIE" userId="0b604c76-dc05-41eb-aae4-58be6ad353f8" providerId="ADAL" clId="{A0CAB841-4192-4D5A-AB98-8769508D3B25}" dt="2025-11-15T20:02:24.929" v="51" actId="20577"/>
          <ac:spMkLst>
            <pc:docMk/>
            <pc:sldMk cId="0" sldId="326"/>
            <ac:spMk id="80898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11-15T20:02:29.170" v="54" actId="20577"/>
        <pc:sldMkLst>
          <pc:docMk/>
          <pc:sldMk cId="0" sldId="327"/>
        </pc:sldMkLst>
        <pc:spChg chg="mod">
          <ac:chgData name="Koen DE BELIE" userId="0b604c76-dc05-41eb-aae4-58be6ad353f8" providerId="ADAL" clId="{A0CAB841-4192-4D5A-AB98-8769508D3B25}" dt="2025-11-15T20:02:29.170" v="54" actId="20577"/>
          <ac:spMkLst>
            <pc:docMk/>
            <pc:sldMk cId="0" sldId="327"/>
            <ac:spMk id="81922" creationId="{00000000-0000-0000-0000-000000000000}"/>
          </ac:spMkLst>
        </pc:spChg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337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0" sldId="338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2331716576" sldId="340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371732943" sldId="341"/>
        </pc:sldMkLst>
      </pc:sldChg>
      <pc:sldChg chg="del">
        <pc:chgData name="Koen DE BELIE" userId="0b604c76-dc05-41eb-aae4-58be6ad353f8" providerId="ADAL" clId="{A0CAB841-4192-4D5A-AB98-8769508D3B25}" dt="2025-11-15T20:00:31.225" v="0" actId="47"/>
        <pc:sldMkLst>
          <pc:docMk/>
          <pc:sldMk cId="2555600131" sldId="342"/>
        </pc:sldMkLst>
      </pc:sldChg>
      <pc:sldChg chg="del">
        <pc:chgData name="Koen DE BELIE" userId="0b604c76-dc05-41eb-aae4-58be6ad353f8" providerId="ADAL" clId="{A0CAB841-4192-4D5A-AB98-8769508D3B25}" dt="2025-11-15T20:00:53.229" v="34" actId="47"/>
        <pc:sldMkLst>
          <pc:docMk/>
          <pc:sldMk cId="1099431396" sldId="34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42" name="Freeform 4"/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3" name="Freeform 5"/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4" name="Freeform 6"/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5" name="Freeform 7"/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6" name="Freeform 8"/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7" name="Freeform 9"/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8" name="Freeform 10"/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9" name="Freeform 11"/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0" name="Freeform 12"/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1" name="Freeform 13"/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2" name="Freeform 14"/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3" name="Freeform 15"/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4" name="Freeform 16"/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</p:grpSp>
        <p:grpSp>
          <p:nvGrpSpPr>
            <p:cNvPr id="6" name="Group 17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7" name="Rectangle 18"/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" name="Rectangle 19"/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" name="Rectangle 20"/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" name="Rectangle 21"/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" name="Rectangle 23"/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3" name="Rectangle 24"/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4" name="Rectangle 25"/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5" name="Rectangle 26"/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6" name="Rectangle 27"/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7" name="Rectangle 28"/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8" name="Rectangle 29"/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9" name="Rectangle 30"/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0" name="Rectangle 31"/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1" name="Rectangle 32"/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2" name="Rectangle 33"/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3" name="Rectangle 34"/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4" name="Rectangle 35"/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5" name="Rectangle 36"/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6" name="Rectangle 37"/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7" name="Rectangle 38"/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8" name="Rectangle 39"/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9" name="Rectangle 40"/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0" name="Rectangle 41"/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1" name="Rectangle 42"/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2" name="Rectangle 43"/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3" name="Rectangle 44"/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4" name="Rectangle 45"/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5" name="Rectangle 46"/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6" name="Rectangle 47"/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7" name="Rectangle 48"/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8" name="Rectangle 49"/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9" name="Rectangle 50"/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0" name="Rectangle 51"/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1" name="Rectangle 52"/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2" name="Rectangle 53"/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3" name="Rectangle 54"/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4" name="Rectangle 55"/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5" name="Rectangle 56"/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6" name="Rectangle 57"/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7" name="Rectangle 58"/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8" name="Rectangle 59"/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9" name="Rectangle 60"/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0" name="Rectangle 61"/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" name="Rectangle 62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" name="Rectangle 63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3" name="Rectangle 64"/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4" name="Rectangle 65"/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5" name="Rectangle 66"/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6" name="Rectangle 67"/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7" name="Rectangle 68"/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8" name="Rectangle 69"/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9" name="Rectangle 70"/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0" name="Rectangle 71"/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1" name="Rectangle 72"/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2" name="Rectangle 73"/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3" name="Rectangle 74"/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4" name="Rectangle 75"/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5" name="Rectangle 76"/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6" name="Rectangle 77"/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7" name="Rectangle 78"/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8" name="Rectangle 79"/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9" name="Rectangle 80"/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0" name="Freeform 81"/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71" name="Rectangle 82"/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2" name="Rectangle 83"/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3" name="Rectangle 84"/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4" name="Rectangle 85"/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5" name="Rectangle 86"/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6" name="Rectangle 87"/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7" name="Rectangle 88"/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8" name="Rectangle 89"/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9" name="Rectangle 90"/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0" name="Rectangle 91"/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1" name="Rectangle 92"/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2" name="Rectangle 93"/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3" name="Rectangle 94"/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4" name="Rectangle 95"/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5" name="Rectangle 96"/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6" name="Rectangle 97"/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7" name="Rectangle 98"/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8" name="Rectangle 99"/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9" name="Rectangle 100"/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0" name="Rectangle 101"/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1" name="Rectangle 102"/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2" name="Rectangle 103"/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3" name="Rectangle 104"/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4" name="Rectangle 105"/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5" name="Rectangle 106"/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6" name="Rectangle 107"/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7" name="Rectangle 108"/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8" name="Rectangle 109"/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9" name="Rectangle 110"/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0" name="Rectangle 111"/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1" name="Rectangle 112"/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2" name="Rectangle 113"/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" name="Rectangle 114"/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" name="Rectangle 115"/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" name="Rectangle 116"/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" name="Rectangle 117"/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" name="Rectangle 118"/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" name="Rectangle 119"/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" name="Rectangle 120"/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" name="Rectangle 121"/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" name="Rectangle 122"/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" name="Rectangle 123"/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" name="Rectangle 124"/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" name="Rectangle 125"/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" name="Rectangle 126"/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6" name="Rectangle 127"/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7" name="Rectangle 128"/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8" name="Rectangle 129"/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9" name="Rectangle 130"/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0" name="Rectangle 131"/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1" name="Rectangle 132"/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2" name="Rectangle 133"/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3" name="Rectangle 134"/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4" name="Rectangle 135"/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5" name="Rectangle 136"/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6" name="Rectangle 137"/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7" name="Freeform 138"/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28" name="Freeform 139"/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29" name="Freeform 140"/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0" name="Freeform 141"/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1" name="Freeform 142"/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2" name="Freeform 143"/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3" name="Freeform 144"/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4" name="Freeform 145"/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5" name="Freeform 146"/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6" name="Rectangle 147"/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37" name="Rectangle 148"/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38" name="Freeform 149"/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9" name="Freeform 150"/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9 h 154"/>
                  <a:gd name="T2" fmla="*/ 6 w 144"/>
                  <a:gd name="T3" fmla="*/ 14 h 154"/>
                  <a:gd name="T4" fmla="*/ 12 w 144"/>
                  <a:gd name="T5" fmla="*/ 11 h 154"/>
                  <a:gd name="T6" fmla="*/ 7 w 144"/>
                  <a:gd name="T7" fmla="*/ 5 h 154"/>
                  <a:gd name="T8" fmla="*/ 11 w 144"/>
                  <a:gd name="T9" fmla="*/ 3 h 154"/>
                  <a:gd name="T10" fmla="*/ 12 w 144"/>
                  <a:gd name="T11" fmla="*/ 5 h 154"/>
                  <a:gd name="T12" fmla="*/ 15 w 144"/>
                  <a:gd name="T13" fmla="*/ 4 h 154"/>
                  <a:gd name="T14" fmla="*/ 10 w 144"/>
                  <a:gd name="T15" fmla="*/ 0 h 154"/>
                  <a:gd name="T16" fmla="*/ 4 w 144"/>
                  <a:gd name="T17" fmla="*/ 3 h 154"/>
                  <a:gd name="T18" fmla="*/ 9 w 144"/>
                  <a:gd name="T19" fmla="*/ 10 h 154"/>
                  <a:gd name="T20" fmla="*/ 3 w 144"/>
                  <a:gd name="T21" fmla="*/ 9 h 154"/>
                  <a:gd name="T22" fmla="*/ 0 w 144"/>
                  <a:gd name="T23" fmla="*/ 9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0" name="Freeform 151"/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nl-BE">
                  <a:cs typeface="Arial" charset="0"/>
                </a:endParaRPr>
              </a:p>
            </p:txBody>
          </p:sp>
          <p:sp>
            <p:nvSpPr>
              <p:cNvPr id="141" name="Oval 152"/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nl-BE">
                  <a:cs typeface="Arial" charset="0"/>
                </a:endParaRPr>
              </a:p>
            </p:txBody>
          </p:sp>
        </p:grpSp>
      </p:grpSp>
      <p:sp>
        <p:nvSpPr>
          <p:cNvPr id="5273" name="Rectangle 15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nl-NL"/>
              <a:t>Klik om het opmaakprofiel te bewerken</a:t>
            </a:r>
          </a:p>
        </p:txBody>
      </p:sp>
      <p:sp>
        <p:nvSpPr>
          <p:cNvPr id="5274" name="Rectangle 1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nl-NL"/>
              <a:t>Klik om het opmaakprofiel van de modelondertitel te bewerken</a:t>
            </a:r>
          </a:p>
        </p:txBody>
      </p:sp>
      <p:sp>
        <p:nvSpPr>
          <p:cNvPr id="155" name="Rectangle 155"/>
          <p:cNvSpPr>
            <a:spLocks noGrp="1" noChangeArrowheads="1"/>
          </p:cNvSpPr>
          <p:nvPr>
            <p:ph type="dt" sz="quarter" idx="10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156" name="Rectangle 15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157" name="Rectangle 15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1pPr>
          </a:lstStyle>
          <a:p>
            <a:fld id="{D6EFFDD2-8C21-4099-B8C4-15A66A22A0F1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78114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429618-C05B-4122-AA73-CDBF966C92E5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84176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0316CD-0891-499F-9858-61E827915814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85645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C66060-F961-4B13-9148-AD81FC5712A3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423654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8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9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7C7F43-6920-4ECE-B944-930A0E9FDC9C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402566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4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5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0CABF1-93ED-4F6A-AD95-78099D4A1FCC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38966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3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4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871FD6-2F35-49C5-BD35-ED102F7ECBBF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60846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B418B8-954E-4C0A-B884-0B7883DA3160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00570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D49D53-3CD6-4965-9BFB-2EC3D74464D9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42319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8EC81A-AB84-4D12-AD16-D578F042299B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70246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83F20C-D16B-4214-BA66-28F4CD2FB9B9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660328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kst en 2 inhoudseleme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194175" cy="21732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3"/>
          </p:nvPr>
        </p:nvSpPr>
        <p:spPr>
          <a:xfrm>
            <a:off x="4648200" y="3925888"/>
            <a:ext cx="4194175" cy="2173287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08592A-39FA-4F85-8C84-F43FF327E3F2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54214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52546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1032" name="Group 3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169" name="Freeform 4"/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0" name="Freeform 5"/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1" name="Freeform 6"/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2" name="Freeform 7"/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3" name="Freeform 8"/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4" name="Freeform 9"/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5" name="Freeform 10"/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6" name="Freeform 11"/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7" name="Freeform 12"/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8" name="Freeform 13"/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9" name="Freeform 14"/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80" name="Freeform 15"/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81" name="Freeform 16"/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</p:grpSp>
        <p:grpSp>
          <p:nvGrpSpPr>
            <p:cNvPr id="1033" name="Group 17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1034" name="Rectangle 18"/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5" name="Rectangle 19"/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6" name="Rectangle 20"/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7" name="Rectangle 21"/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8" name="Rectangle 22"/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9" name="Rectangle 23"/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0" name="Rectangle 24"/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1" name="Rectangle 25"/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2" name="Rectangle 26"/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3" name="Rectangle 27"/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4" name="Rectangle 28"/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5" name="Rectangle 29"/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6" name="Rectangle 30"/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7" name="Rectangle 31"/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8" name="Rectangle 32"/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9" name="Rectangle 33"/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0" name="Rectangle 34"/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1" name="Rectangle 35"/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2" name="Rectangle 36"/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3" name="Rectangle 37"/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4" name="Rectangle 38"/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5" name="Rectangle 39"/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6" name="Rectangle 40"/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7" name="Rectangle 41"/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8" name="Rectangle 42"/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9" name="Rectangle 43"/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0" name="Rectangle 44"/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1" name="Rectangle 45"/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2" name="Rectangle 46"/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3" name="Rectangle 47"/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4" name="Rectangle 48"/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5" name="Rectangle 49"/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6" name="Rectangle 50"/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7" name="Rectangle 51"/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8" name="Rectangle 52"/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9" name="Rectangle 53"/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0" name="Rectangle 54"/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1" name="Rectangle 55"/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2" name="Rectangle 56"/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3" name="Rectangle 57"/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4" name="Rectangle 58"/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5" name="Rectangle 59"/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6" name="Rectangle 60"/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7" name="Rectangle 61"/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8" name="Rectangle 62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9" name="Rectangle 63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0" name="Rectangle 64"/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1" name="Rectangle 65"/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2" name="Rectangle 66"/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3" name="Rectangle 67"/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4" name="Rectangle 68"/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5" name="Rectangle 69"/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6" name="Rectangle 70"/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7" name="Rectangle 71"/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8" name="Rectangle 72"/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9" name="Rectangle 73"/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0" name="Rectangle 74"/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1" name="Rectangle 75"/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2" name="Rectangle 76"/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3" name="Rectangle 77"/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4" name="Rectangle 78"/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5" name="Rectangle 79"/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6" name="Rectangle 80"/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7" name="Freeform 81"/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098" name="Rectangle 82"/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9" name="Rectangle 83"/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0" name="Rectangle 84"/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1" name="Rectangle 85"/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2" name="Rectangle 86"/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3" name="Rectangle 87"/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4" name="Rectangle 88"/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5" name="Rectangle 89"/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6" name="Rectangle 90"/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7" name="Rectangle 91"/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8" name="Rectangle 92"/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9" name="Rectangle 93"/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0" name="Rectangle 94"/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1" name="Rectangle 95"/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2" name="Rectangle 96"/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3" name="Rectangle 97"/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4" name="Rectangle 98"/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5" name="Rectangle 99"/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6" name="Rectangle 100"/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7" name="Rectangle 101"/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8" name="Rectangle 102"/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9" name="Rectangle 103"/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0" name="Rectangle 104"/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1" name="Rectangle 105"/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2" name="Rectangle 106"/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3" name="Rectangle 107"/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4" name="Rectangle 108"/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5" name="Rectangle 109"/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6" name="Rectangle 110"/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7" name="Rectangle 111"/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8" name="Rectangle 112"/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9" name="Rectangle 113"/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0" name="Rectangle 114"/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1" name="Rectangle 115"/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2" name="Rectangle 116"/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3" name="Rectangle 117"/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4" name="Rectangle 118"/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5" name="Rectangle 119"/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6" name="Rectangle 120"/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7" name="Rectangle 121"/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8" name="Rectangle 122"/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9" name="Rectangle 123"/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0" name="Rectangle 124"/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1" name="Rectangle 125"/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2" name="Rectangle 126"/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3" name="Rectangle 127"/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4" name="Rectangle 128"/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5" name="Rectangle 129"/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6" name="Rectangle 130"/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7" name="Rectangle 131"/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8" name="Rectangle 132"/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9" name="Rectangle 133"/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0" name="Rectangle 134"/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1" name="Rectangle 135"/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2" name="Rectangle 136"/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3" name="Rectangle 137"/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4" name="Freeform 138"/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5" name="Freeform 139"/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6" name="Freeform 140"/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7" name="Freeform 141"/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8" name="Freeform 142"/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9" name="Freeform 143"/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0" name="Freeform 144"/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1" name="Freeform 145"/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2" name="Freeform 146"/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3" name="Rectangle 147"/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64" name="Rectangle 148"/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65" name="Freeform 149"/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6" name="Freeform 150"/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9 h 154"/>
                  <a:gd name="T2" fmla="*/ 6 w 144"/>
                  <a:gd name="T3" fmla="*/ 14 h 154"/>
                  <a:gd name="T4" fmla="*/ 12 w 144"/>
                  <a:gd name="T5" fmla="*/ 11 h 154"/>
                  <a:gd name="T6" fmla="*/ 7 w 144"/>
                  <a:gd name="T7" fmla="*/ 5 h 154"/>
                  <a:gd name="T8" fmla="*/ 11 w 144"/>
                  <a:gd name="T9" fmla="*/ 3 h 154"/>
                  <a:gd name="T10" fmla="*/ 12 w 144"/>
                  <a:gd name="T11" fmla="*/ 5 h 154"/>
                  <a:gd name="T12" fmla="*/ 15 w 144"/>
                  <a:gd name="T13" fmla="*/ 4 h 154"/>
                  <a:gd name="T14" fmla="*/ 10 w 144"/>
                  <a:gd name="T15" fmla="*/ 0 h 154"/>
                  <a:gd name="T16" fmla="*/ 4 w 144"/>
                  <a:gd name="T17" fmla="*/ 3 h 154"/>
                  <a:gd name="T18" fmla="*/ 9 w 144"/>
                  <a:gd name="T19" fmla="*/ 10 h 154"/>
                  <a:gd name="T20" fmla="*/ 3 w 144"/>
                  <a:gd name="T21" fmla="*/ 9 h 154"/>
                  <a:gd name="T22" fmla="*/ 0 w 144"/>
                  <a:gd name="T23" fmla="*/ 9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4247" name="Freeform 151"/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nl-BE">
                  <a:cs typeface="Arial" charset="0"/>
                </a:endParaRPr>
              </a:p>
            </p:txBody>
          </p:sp>
          <p:sp>
            <p:nvSpPr>
              <p:cNvPr id="4248" name="Oval 152"/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nl-BE">
                  <a:cs typeface="Arial" charset="0"/>
                </a:endParaRPr>
              </a:p>
            </p:txBody>
          </p:sp>
        </p:grpSp>
      </p:grpSp>
      <p:sp>
        <p:nvSpPr>
          <p:cNvPr id="4249" name="Rectangle 15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te bewerken</a:t>
            </a:r>
          </a:p>
        </p:txBody>
      </p:sp>
      <p:sp>
        <p:nvSpPr>
          <p:cNvPr id="4250" name="Rectangle 15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4251" name="Rectangle 15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4252" name="Rectangle 15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fld id="{498BA1B2-D8D3-4634-B03B-85244FCCC2EE}" type="slidenum">
              <a:rPr lang="nl-NL" altLang="nl-BE"/>
              <a:pPr/>
              <a:t>‹nr.›</a:t>
            </a:fld>
            <a:endParaRPr lang="nl-NL" altLang="nl-BE"/>
          </a:p>
        </p:txBody>
      </p:sp>
      <p:sp>
        <p:nvSpPr>
          <p:cNvPr id="4253" name="Rectangle 157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opmaakprofielen van de modeltekst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43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P0Bb3WXJ_k" TargetMode="External"/><Relationship Id="rId2" Type="http://schemas.openxmlformats.org/officeDocument/2006/relationships/hyperlink" Target="http://www.youtube.com/watch?v=Dxuk4cyvC9c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xuk4cyvC9c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xuk4cyvC9c?feature=oembed" TargetMode="External"/><Relationship Id="rId6" Type="http://schemas.openxmlformats.org/officeDocument/2006/relationships/image" Target="../media/image6.jpeg"/><Relationship Id="rId5" Type="http://schemas.openxmlformats.org/officeDocument/2006/relationships/image" Target="../media/image4.png"/><Relationship Id="rId4" Type="http://schemas.openxmlformats.org/officeDocument/2006/relationships/hyperlink" Target="https://www.youtube.com/watch?v=cP0Bb3WXJ_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P0Bb3WXJ_k?feature=oembed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-93518"/>
            <a:ext cx="8540750" cy="1143000"/>
          </a:xfrm>
        </p:spPr>
        <p:txBody>
          <a:bodyPr/>
          <a:lstStyle/>
          <a:p>
            <a:r>
              <a:rPr dirty="0" err="1"/>
              <a:t>Lesdoelen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25" y="1049482"/>
            <a:ext cx="8540750" cy="5049693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sz="2800" dirty="0" err="1"/>
              <a:t>Begrijpen</a:t>
            </a:r>
            <a:r>
              <a:rPr sz="2800" dirty="0"/>
              <a:t> </a:t>
            </a:r>
            <a:r>
              <a:rPr sz="2800" dirty="0" err="1"/>
              <a:t>dat</a:t>
            </a:r>
            <a:r>
              <a:rPr sz="2800" dirty="0"/>
              <a:t> </a:t>
            </a:r>
            <a:r>
              <a:rPr sz="2800" dirty="0" err="1"/>
              <a:t>krachten</a:t>
            </a:r>
            <a:r>
              <a:rPr sz="2800" dirty="0"/>
              <a:t> </a:t>
            </a:r>
            <a:r>
              <a:rPr sz="2800" dirty="0" err="1"/>
              <a:t>altijd</a:t>
            </a:r>
            <a:r>
              <a:rPr sz="2800" dirty="0"/>
              <a:t> in </a:t>
            </a:r>
            <a:r>
              <a:rPr sz="2800" dirty="0" err="1"/>
              <a:t>paren</a:t>
            </a:r>
            <a:r>
              <a:rPr sz="2800" dirty="0"/>
              <a:t> </a:t>
            </a:r>
            <a:r>
              <a:rPr sz="2800" dirty="0" err="1"/>
              <a:t>voorkomen</a:t>
            </a:r>
            <a:r>
              <a:rPr sz="2800" dirty="0"/>
              <a:t>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sz="2800" dirty="0"/>
              <a:t>Kunnen </a:t>
            </a:r>
            <a:r>
              <a:rPr sz="2800" dirty="0" err="1"/>
              <a:t>uitleggen</a:t>
            </a:r>
            <a:r>
              <a:rPr sz="2800" dirty="0"/>
              <a:t> </a:t>
            </a:r>
            <a:r>
              <a:rPr sz="2800" dirty="0" err="1"/>
              <a:t>dat</a:t>
            </a:r>
            <a:r>
              <a:rPr sz="2800" dirty="0"/>
              <a:t> </a:t>
            </a:r>
            <a:r>
              <a:rPr sz="2800" dirty="0" err="1"/>
              <a:t>actie</a:t>
            </a:r>
            <a:r>
              <a:rPr sz="2800" dirty="0"/>
              <a:t>-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reactiekrachten</a:t>
            </a:r>
            <a:r>
              <a:rPr sz="2800" dirty="0"/>
              <a:t> op </a:t>
            </a:r>
            <a:r>
              <a:rPr sz="2800" dirty="0" err="1"/>
              <a:t>verschillende</a:t>
            </a:r>
            <a:r>
              <a:rPr sz="2800" dirty="0"/>
              <a:t> </a:t>
            </a:r>
            <a:r>
              <a:rPr sz="2800" dirty="0" err="1"/>
              <a:t>lichamen</a:t>
            </a:r>
            <a:r>
              <a:rPr sz="2800" dirty="0"/>
              <a:t> </a:t>
            </a:r>
            <a:r>
              <a:rPr sz="2800" dirty="0" err="1"/>
              <a:t>aangrijpen</a:t>
            </a:r>
            <a:r>
              <a:rPr sz="2800" dirty="0"/>
              <a:t>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sz="2800" dirty="0" err="1"/>
              <a:t>Voorbeelden</a:t>
            </a:r>
            <a:r>
              <a:rPr sz="2800" dirty="0"/>
              <a:t> </a:t>
            </a:r>
            <a:r>
              <a:rPr sz="2800" dirty="0" err="1"/>
              <a:t>geven</a:t>
            </a:r>
            <a:r>
              <a:rPr sz="2800" dirty="0"/>
              <a:t> van </a:t>
            </a:r>
            <a:r>
              <a:rPr sz="2800" dirty="0" err="1"/>
              <a:t>toepassingen</a:t>
            </a:r>
            <a:r>
              <a:rPr sz="2800" dirty="0"/>
              <a:t> van de </a:t>
            </a:r>
            <a:r>
              <a:rPr sz="2800" dirty="0" err="1"/>
              <a:t>derde</a:t>
            </a:r>
            <a:r>
              <a:rPr sz="2800" dirty="0"/>
              <a:t> wet van Newton.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sz="2800" dirty="0"/>
              <a:t>Kunnen </a:t>
            </a:r>
            <a:r>
              <a:rPr sz="2800" dirty="0" err="1"/>
              <a:t>een</a:t>
            </a:r>
            <a:r>
              <a:rPr sz="2800" dirty="0"/>
              <a:t> </a:t>
            </a:r>
            <a:r>
              <a:rPr sz="2800" dirty="0" err="1"/>
              <a:t>actie-reactie</a:t>
            </a:r>
            <a:r>
              <a:rPr sz="2800" dirty="0"/>
              <a:t> </a:t>
            </a:r>
            <a:r>
              <a:rPr sz="2800" dirty="0" err="1"/>
              <a:t>paar</a:t>
            </a:r>
            <a:r>
              <a:rPr sz="2800" dirty="0"/>
              <a:t> </a:t>
            </a:r>
            <a:r>
              <a:rPr sz="2800" dirty="0" err="1"/>
              <a:t>identificeren</a:t>
            </a:r>
            <a:r>
              <a:rPr sz="2800" dirty="0"/>
              <a:t> in </a:t>
            </a:r>
            <a:r>
              <a:rPr sz="2800" dirty="0" err="1"/>
              <a:t>een</a:t>
            </a:r>
            <a:r>
              <a:rPr sz="2800" dirty="0"/>
              <a:t> concrete </a:t>
            </a:r>
            <a:r>
              <a:rPr sz="2800" dirty="0" err="1"/>
              <a:t>situatie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Inhoudsopgave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Wat zegt de derde wet van Newton?</a:t>
            </a:r>
          </a:p>
          <a:p>
            <a:pPr>
              <a:buAutoNum type="arabicPeriod"/>
            </a:pPr>
            <a:r>
              <a:t>Actie-reactie paren</a:t>
            </a:r>
          </a:p>
          <a:p>
            <a:pPr>
              <a:buAutoNum type="arabicPeriod"/>
            </a:pPr>
            <a:r>
              <a:t>Voorbeelden en toepassingen</a:t>
            </a:r>
          </a:p>
          <a:p>
            <a:pPr>
              <a:buAutoNum type="arabicPeriod"/>
            </a:pPr>
            <a:r>
              <a:t>Opdrachten en experimenten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sz="4000" dirty="0"/>
              <a:t>Derde wet van Newton:</a:t>
            </a:r>
            <a:br>
              <a:rPr lang="nl-BE" sz="4000" dirty="0"/>
            </a:br>
            <a:r>
              <a:rPr lang="nl-BE" sz="4000" dirty="0"/>
              <a:t>wisselwerking of interactie</a:t>
            </a:r>
            <a:endParaRPr lang="nl-NL" sz="4000" dirty="0"/>
          </a:p>
        </p:txBody>
      </p:sp>
      <p:sp>
        <p:nvSpPr>
          <p:cNvPr id="675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341438"/>
            <a:ext cx="8540750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r>
              <a:rPr lang="nl-BE" sz="2400"/>
              <a:t>Een kracht wordt steeds uitgeoefend door een lichaam op een ander.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r>
              <a:rPr lang="nl-BE" sz="2400"/>
              <a:t>Tussen deze lichamen is er dus steeds wisselwerking of interactie.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sz="240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sz="240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sz="240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sz="240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r>
              <a:rPr lang="nl-BE" sz="2400"/>
              <a:t>Voorbeeld: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nl-BE" sz="2000"/>
              <a:t>Trekken aan een veer;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nl-BE" sz="2000"/>
              <a:t>veer wordt langer, maar oefent een tegengestelde kracht uit op onze hand;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nl-BE" sz="2000"/>
              <a:t>als de veer verder wordt uitgerekt, neemt de tegenkracht toe.</a:t>
            </a:r>
          </a:p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endParaRPr lang="nl-NL" sz="2400"/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924175"/>
            <a:ext cx="6048375" cy="145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sz="4000" dirty="0"/>
              <a:t>Derde wet van Newton:</a:t>
            </a:r>
            <a:br>
              <a:rPr lang="nl-BE" sz="4000" dirty="0"/>
            </a:br>
            <a:r>
              <a:rPr lang="nl-BE" sz="4000" dirty="0"/>
              <a:t>wisselwerking of interactie</a:t>
            </a:r>
            <a:endParaRPr lang="nl-NL" sz="4000" dirty="0"/>
          </a:p>
        </p:txBody>
      </p:sp>
      <p:sp>
        <p:nvSpPr>
          <p:cNvPr id="6861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/>
              <a:t>Krachten komen in paren voor en voldoen aan het derde beginsel van Newton.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/>
              <a:t>          vormen een actie-reactie paar.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/>
              <a:t>Ze grijpen in op een verschillend lichaam (B op A en A op B)</a:t>
            </a:r>
          </a:p>
          <a:p>
            <a:pPr eaLnBrk="1" hangingPunct="1">
              <a:buFont typeface="Arial" charset="0"/>
              <a:buNone/>
              <a:defRPr/>
            </a:pPr>
            <a:endParaRPr lang="nl-NL"/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2708275"/>
            <a:ext cx="115093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676775"/>
            <a:ext cx="63373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sz="4000" dirty="0"/>
              <a:t>Derde wet van Newton:</a:t>
            </a:r>
            <a:br>
              <a:rPr lang="nl-BE" sz="4000" dirty="0"/>
            </a:br>
            <a:r>
              <a:rPr lang="nl-BE" sz="4000" dirty="0"/>
              <a:t>wisselwerking of interactie</a:t>
            </a:r>
            <a:endParaRPr lang="nl-NL" sz="4000" dirty="0"/>
          </a:p>
        </p:txBody>
      </p:sp>
      <p:sp>
        <p:nvSpPr>
          <p:cNvPr id="706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14313" y="5949950"/>
            <a:ext cx="8540750" cy="908050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1800" dirty="0">
                <a:hlinkClick r:id="rId2"/>
              </a:rPr>
              <a:t>http://www.youtube.com/watch?v=Dxuk4cyvC9c</a:t>
            </a:r>
            <a:endParaRPr lang="nl-BE" sz="1800" dirty="0"/>
          </a:p>
          <a:p>
            <a:pPr eaLnBrk="1" hangingPunct="1">
              <a:buFont typeface="Arial" charset="0"/>
              <a:buChar char="►"/>
              <a:defRPr/>
            </a:pPr>
            <a:r>
              <a:rPr lang="nl-BE" sz="1800" dirty="0">
                <a:hlinkClick r:id="rId3"/>
              </a:rPr>
              <a:t>https://www.youtube.com/watch?v=cP0Bb3WXJ_k</a:t>
            </a:r>
            <a:endParaRPr lang="nl-BE" sz="1800" dirty="0"/>
          </a:p>
          <a:p>
            <a:pPr eaLnBrk="1" hangingPunct="1">
              <a:buFont typeface="Arial" charset="0"/>
              <a:buChar char="►"/>
              <a:defRPr/>
            </a:pPr>
            <a:endParaRPr lang="nl-BE" sz="2400" dirty="0"/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628775"/>
            <a:ext cx="5256213" cy="190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3644900"/>
            <a:ext cx="3959225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34CA7-4798-3BA5-94F0-B4E6E7BA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8E203DA-DFDF-303C-1539-EA9FD5926D2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sz="4000"/>
              <a:t>Derde beginsel van Newton:</a:t>
            </a:r>
            <a:br>
              <a:rPr lang="nl-BE" sz="4000"/>
            </a:br>
            <a:r>
              <a:rPr lang="nl-BE" sz="4000"/>
              <a:t>wisselwerking of interactie</a:t>
            </a:r>
            <a:endParaRPr lang="nl-NL" sz="4000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61682FD-6C05-FF29-8BC7-7E6AE709850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14313" y="5949950"/>
            <a:ext cx="8540750" cy="908050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1800" dirty="0">
                <a:hlinkClick r:id="rId3"/>
              </a:rPr>
              <a:t>http://www.youtube.com/watch?v=Dxuk4cyvC9c</a:t>
            </a:r>
            <a:endParaRPr lang="nl-BE" sz="1800" dirty="0"/>
          </a:p>
          <a:p>
            <a:pPr eaLnBrk="1" hangingPunct="1">
              <a:buFont typeface="Arial" charset="0"/>
              <a:buChar char="►"/>
              <a:defRPr/>
            </a:pPr>
            <a:r>
              <a:rPr lang="nl-BE" sz="1800" dirty="0">
                <a:hlinkClick r:id="rId4"/>
              </a:rPr>
              <a:t>https://www.youtube.com/watch?v=cP0Bb3WXJ_k</a:t>
            </a:r>
            <a:endParaRPr lang="nl-BE" sz="1800" dirty="0"/>
          </a:p>
          <a:p>
            <a:pPr eaLnBrk="1" hangingPunct="1">
              <a:buFont typeface="Arial" charset="0"/>
              <a:buChar char="►"/>
              <a:defRPr/>
            </a:pPr>
            <a:endParaRPr lang="nl-BE" sz="2400" dirty="0"/>
          </a:p>
        </p:txBody>
      </p:sp>
      <p:pic>
        <p:nvPicPr>
          <p:cNvPr id="55300" name="Picture 4">
            <a:extLst>
              <a:ext uri="{FF2B5EF4-FFF2-40B4-BE49-F238E27FC236}">
                <a16:creationId xmlns:a16="http://schemas.microsoft.com/office/drawing/2014/main" id="{85CF5A62-12BE-321B-8DB0-0C47C33E6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628775"/>
            <a:ext cx="5256213" cy="190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Onlinemedia 1" title="Soldier Gets Hit By Cannon">
            <a:hlinkClick r:id="" action="ppaction://media"/>
            <a:extLst>
              <a:ext uri="{FF2B5EF4-FFF2-40B4-BE49-F238E27FC236}">
                <a16:creationId xmlns:a16="http://schemas.microsoft.com/office/drawing/2014/main" id="{C533EB70-924D-354B-555C-41C9C2D659A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C6FFCD-1ED2-9002-B8CC-0DF423C0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Onlinemedia 3" title="Newton's Laws Of Motion (3): Action And Reaction">
            <a:hlinkClick r:id="" action="ppaction://media"/>
            <a:extLst>
              <a:ext uri="{FF2B5EF4-FFF2-40B4-BE49-F238E27FC236}">
                <a16:creationId xmlns:a16="http://schemas.microsoft.com/office/drawing/2014/main" id="{1BBE0409-1796-3808-B295-DB9B6A769FD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959005"/>
            <a:ext cx="9159771" cy="517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4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dirty="0"/>
              <a:t>Opdracht 1</a:t>
            </a:r>
            <a:endParaRPr lang="nl-NL" dirty="0"/>
          </a:p>
        </p:txBody>
      </p:sp>
      <p:sp>
        <p:nvSpPr>
          <p:cNvPr id="7168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/>
          </a:p>
        </p:txBody>
      </p:sp>
      <p:pic>
        <p:nvPicPr>
          <p:cNvPr id="563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700213"/>
            <a:ext cx="86423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dirty="0"/>
              <a:t>Opdracht 1</a:t>
            </a:r>
            <a:endParaRPr lang="nl-NL" dirty="0"/>
          </a:p>
        </p:txBody>
      </p:sp>
      <p:sp>
        <p:nvSpPr>
          <p:cNvPr id="7373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313"/>
            <a:ext cx="91440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68638"/>
            <a:ext cx="9144000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dirty="0"/>
              <a:t>Opdracht 2</a:t>
            </a:r>
            <a:endParaRPr lang="nl-NL" dirty="0"/>
          </a:p>
        </p:txBody>
      </p:sp>
      <p:sp>
        <p:nvSpPr>
          <p:cNvPr id="7680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/>
          </a:p>
        </p:txBody>
      </p:sp>
      <p:pic>
        <p:nvPicPr>
          <p:cNvPr id="583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12875"/>
            <a:ext cx="81915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141663"/>
            <a:ext cx="4033838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dirty="0"/>
              <a:t>Opdracht 2</a:t>
            </a:r>
            <a:endParaRPr lang="nl-NL" dirty="0"/>
          </a:p>
        </p:txBody>
      </p:sp>
      <p:sp>
        <p:nvSpPr>
          <p:cNvPr id="7782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/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12875"/>
            <a:ext cx="81915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7563"/>
            <a:ext cx="914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dirty="0"/>
              <a:t>Opdracht 3</a:t>
            </a:r>
            <a:endParaRPr lang="nl-NL" dirty="0"/>
          </a:p>
        </p:txBody>
      </p:sp>
      <p:sp>
        <p:nvSpPr>
          <p:cNvPr id="7885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/>
          </a:p>
        </p:txBody>
      </p:sp>
      <p:pic>
        <p:nvPicPr>
          <p:cNvPr id="6042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557338"/>
            <a:ext cx="5976938" cy="120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3068638"/>
            <a:ext cx="178117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dirty="0"/>
              <a:t>Opdracht 3</a:t>
            </a:r>
            <a:endParaRPr lang="nl-NL" dirty="0"/>
          </a:p>
        </p:txBody>
      </p:sp>
      <p:sp>
        <p:nvSpPr>
          <p:cNvPr id="7987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/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908050"/>
            <a:ext cx="5976938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375"/>
            <a:ext cx="914400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dirty="0"/>
              <a:t>Opdracht 4</a:t>
            </a:r>
            <a:endParaRPr lang="nl-NL" dirty="0"/>
          </a:p>
        </p:txBody>
      </p:sp>
      <p:sp>
        <p:nvSpPr>
          <p:cNvPr id="8089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/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557338"/>
            <a:ext cx="8713788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/>
              <a:t>Opdracht 4</a:t>
            </a:r>
            <a:endParaRPr lang="nl-NL" dirty="0"/>
          </a:p>
        </p:txBody>
      </p:sp>
      <p:sp>
        <p:nvSpPr>
          <p:cNvPr id="8192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/>
          </a:p>
        </p:txBody>
      </p:sp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557338"/>
            <a:ext cx="8713788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5229225"/>
            <a:ext cx="8642350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Toetsdoelen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Hieronder vind je een checklist die je helpt om te zien of je klaar bent voor de toets.</a:t>
            </a:r>
            <a:br/>
            <a:r>
              <a:t>Gebruik de volgende slide om jezelf te controleren tijdens het studeren, na de toets en voor het examen.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Toetsdoelen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949927"/>
              </p:ext>
            </p:extLst>
          </p:nvPr>
        </p:nvGraphicFramePr>
        <p:xfrm>
          <a:off x="238125" y="1857375"/>
          <a:ext cx="8705850" cy="2034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8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Ik kan 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Tijdens studeren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Na de toets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Voor examen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 uitleggen wat de derde wet van Newton inhoudt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 een actie-reactie paar herkennen in een situatie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 voorbeelden geven van toepassingen in het dagelijks leven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 verklaren waarom actie- en reactiekrachten op verschillende lichamen aangrijpen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/>
                        <a:t>☐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Kompas">
  <a:themeElements>
    <a:clrScheme name="Kompas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Kompas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Kompas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mpas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Compass</Template>
  <TotalTime>54</TotalTime>
  <Words>358</Words>
  <Application>Microsoft Office PowerPoint</Application>
  <PresentationFormat>Diavoorstelling (4:3)</PresentationFormat>
  <Paragraphs>62</Paragraphs>
  <Slides>17</Slides>
  <Notes>0</Notes>
  <HiddenSlides>0</HiddenSlides>
  <MMClips>2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1" baseType="lpstr">
      <vt:lpstr>Arial</vt:lpstr>
      <vt:lpstr>Tahoma</vt:lpstr>
      <vt:lpstr>Wingdings</vt:lpstr>
      <vt:lpstr>Kompas</vt:lpstr>
      <vt:lpstr>Lesdoelen</vt:lpstr>
      <vt:lpstr>Inhoudsopgave</vt:lpstr>
      <vt:lpstr>Derde wet van Newton: wisselwerking of interactie</vt:lpstr>
      <vt:lpstr>Derde wet van Newton: wisselwerking of interactie</vt:lpstr>
      <vt:lpstr>Derde wet van Newton: wisselwerking of interactie</vt:lpstr>
      <vt:lpstr>Derde beginsel van Newton: wisselwerking of interactie</vt:lpstr>
      <vt:lpstr>PowerPoint-presentatie</vt:lpstr>
      <vt:lpstr>Opdracht 1</vt:lpstr>
      <vt:lpstr>Opdracht 1</vt:lpstr>
      <vt:lpstr>Opdracht 2</vt:lpstr>
      <vt:lpstr>Opdracht 2</vt:lpstr>
      <vt:lpstr>Opdracht 3</vt:lpstr>
      <vt:lpstr>Opdracht 3</vt:lpstr>
      <vt:lpstr>Opdracht 4</vt:lpstr>
      <vt:lpstr>Opdracht 4</vt:lpstr>
      <vt:lpstr>Toetsdoelen</vt:lpstr>
      <vt:lpstr>Toetsdoelen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BEGINSELEN VAN NEWTON</dc:title>
  <dc:creator>koen</dc:creator>
  <cp:lastModifiedBy>Koen DE BELIE</cp:lastModifiedBy>
  <cp:revision>2</cp:revision>
  <dcterms:created xsi:type="dcterms:W3CDTF">2009-10-12T19:18:57Z</dcterms:created>
  <dcterms:modified xsi:type="dcterms:W3CDTF">2025-11-15T20:15:00Z</dcterms:modified>
</cp:coreProperties>
</file>