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2" r:id="rId1"/>
  </p:sldMasterIdLst>
  <p:notesMasterIdLst>
    <p:notesMasterId r:id="rId25"/>
  </p:notes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337" r:id="rId13"/>
    <p:sldId id="339" r:id="rId14"/>
    <p:sldId id="334" r:id="rId15"/>
    <p:sldId id="335" r:id="rId16"/>
    <p:sldId id="338" r:id="rId17"/>
    <p:sldId id="336" r:id="rId18"/>
    <p:sldId id="269" r:id="rId19"/>
    <p:sldId id="325" r:id="rId20"/>
    <p:sldId id="326" r:id="rId21"/>
    <p:sldId id="328" r:id="rId22"/>
    <p:sldId id="329" r:id="rId23"/>
    <p:sldId id="330" r:id="rId24"/>
  </p:sldIdLst>
  <p:sldSz cx="9144000" cy="6858000" type="screen4x3"/>
  <p:notesSz cx="6858000" cy="9144000"/>
  <p:defaultTextStyle>
    <a:defPPr>
      <a:defRPr lang="nl-NL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49" autoAdjust="0"/>
    <p:restoredTop sz="95401" autoAdjust="0"/>
  </p:normalViewPr>
  <p:slideViewPr>
    <p:cSldViewPr>
      <p:cViewPr>
        <p:scale>
          <a:sx n="58" d="100"/>
          <a:sy n="58" d="100"/>
        </p:scale>
        <p:origin x="1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3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en DE BELIE" userId="0b604c76-dc05-41eb-aae4-58be6ad353f8" providerId="ADAL" clId="{6CA00666-CA97-4120-A10E-5DCC2BE95593}"/>
    <pc:docChg chg="delSld">
      <pc:chgData name="Koen DE BELIE" userId="0b604c76-dc05-41eb-aae4-58be6ad353f8" providerId="ADAL" clId="{6CA00666-CA97-4120-A10E-5DCC2BE95593}" dt="2024-02-22T09:03:28.055" v="0" actId="47"/>
      <pc:docMkLst>
        <pc:docMk/>
      </pc:docMkLst>
      <pc:sldChg chg="del">
        <pc:chgData name="Koen DE BELIE" userId="0b604c76-dc05-41eb-aae4-58be6ad353f8" providerId="ADAL" clId="{6CA00666-CA97-4120-A10E-5DCC2BE95593}" dt="2024-02-22T09:03:28.055" v="0" actId="47"/>
        <pc:sldMkLst>
          <pc:docMk/>
          <pc:sldMk cId="1898413929" sldId="339"/>
        </pc:sldMkLst>
      </pc:sldChg>
    </pc:docChg>
  </pc:docChgLst>
  <pc:docChgLst>
    <pc:chgData name="Koen DE BELIE" userId="0b604c76-dc05-41eb-aae4-58be6ad353f8" providerId="ADAL" clId="{377BEBC6-B79D-4E41-8AF0-2CA2F2C06367}"/>
    <pc:docChg chg="custSel addSld modSld sldOrd">
      <pc:chgData name="Koen DE BELIE" userId="0b604c76-dc05-41eb-aae4-58be6ad353f8" providerId="ADAL" clId="{377BEBC6-B79D-4E41-8AF0-2CA2F2C06367}" dt="2024-02-01T12:04:15.647" v="29" actId="20577"/>
      <pc:docMkLst>
        <pc:docMk/>
      </pc:docMkLst>
      <pc:sldChg chg="addSp modSp">
        <pc:chgData name="Koen DE BELIE" userId="0b604c76-dc05-41eb-aae4-58be6ad353f8" providerId="ADAL" clId="{377BEBC6-B79D-4E41-8AF0-2CA2F2C06367}" dt="2024-02-01T11:55:24.010" v="4" actId="1076"/>
        <pc:sldMkLst>
          <pc:docMk/>
          <pc:sldMk cId="0" sldId="264"/>
        </pc:sldMkLst>
      </pc:sldChg>
      <pc:sldChg chg="modSp new mod ord">
        <pc:chgData name="Koen DE BELIE" userId="0b604c76-dc05-41eb-aae4-58be6ad353f8" providerId="ADAL" clId="{377BEBC6-B79D-4E41-8AF0-2CA2F2C06367}" dt="2024-02-01T12:04:15.647" v="29" actId="20577"/>
        <pc:sldMkLst>
          <pc:docMk/>
          <pc:sldMk cId="1898413929" sldId="339"/>
        </pc:sldMkLst>
      </pc:sldChg>
    </pc:docChg>
  </pc:docChgLst>
  <pc:docChgLst>
    <pc:chgData name="Koen DE BELIE" userId="S::koen.debelie@leraar.campushast.be::0b604c76-dc05-41eb-aae4-58be6ad353f8" providerId="AD" clId="Web-{0DAA7CE9-E60D-000A-C74F-4991627CC053}"/>
    <pc:docChg chg="modSld">
      <pc:chgData name="Koen DE BELIE" userId="S::koen.debelie@leraar.campushast.be::0b604c76-dc05-41eb-aae4-58be6ad353f8" providerId="AD" clId="Web-{0DAA7CE9-E60D-000A-C74F-4991627CC053}" dt="2023-02-13T10:19:41.564" v="39" actId="1076"/>
      <pc:docMkLst>
        <pc:docMk/>
      </pc:docMkLst>
      <pc:sldChg chg="addSp modSp">
        <pc:chgData name="Koen DE BELIE" userId="S::koen.debelie@leraar.campushast.be::0b604c76-dc05-41eb-aae4-58be6ad353f8" providerId="AD" clId="Web-{0DAA7CE9-E60D-000A-C74F-4991627CC053}" dt="2023-02-13T10:18:54.766" v="28" actId="20577"/>
        <pc:sldMkLst>
          <pc:docMk/>
          <pc:sldMk cId="0" sldId="257"/>
        </pc:sldMkLst>
      </pc:sldChg>
      <pc:sldChg chg="addSp modSp">
        <pc:chgData name="Koen DE BELIE" userId="S::koen.debelie@leraar.campushast.be::0b604c76-dc05-41eb-aae4-58be6ad353f8" providerId="AD" clId="Web-{0DAA7CE9-E60D-000A-C74F-4991627CC053}" dt="2023-02-13T10:19:30.673" v="37" actId="1076"/>
        <pc:sldMkLst>
          <pc:docMk/>
          <pc:sldMk cId="0" sldId="261"/>
        </pc:sldMkLst>
      </pc:sldChg>
      <pc:sldChg chg="addSp modSp">
        <pc:chgData name="Koen DE BELIE" userId="S::koen.debelie@leraar.campushast.be::0b604c76-dc05-41eb-aae4-58be6ad353f8" providerId="AD" clId="Web-{0DAA7CE9-E60D-000A-C74F-4991627CC053}" dt="2023-02-13T10:19:41.564" v="39" actId="1076"/>
        <pc:sldMkLst>
          <pc:docMk/>
          <pc:sldMk cId="0" sldId="266"/>
        </pc:sldMkLst>
      </pc:sldChg>
    </pc:docChg>
  </pc:docChgLst>
  <pc:docChgLst>
    <pc:chgData name="Koen DE BELIE" userId="0b604c76-dc05-41eb-aae4-58be6ad353f8" providerId="ADAL" clId="{E4E5C4BD-609A-4E32-85EC-997507250E42}"/>
    <pc:docChg chg="modSld">
      <pc:chgData name="Koen DE BELIE" userId="0b604c76-dc05-41eb-aae4-58be6ad353f8" providerId="ADAL" clId="{E4E5C4BD-609A-4E32-85EC-997507250E42}" dt="2025-02-13T13:18:37.755" v="0" actId="207"/>
      <pc:docMkLst>
        <pc:docMk/>
      </pc:docMkLst>
      <pc:sldChg chg="modSp mod">
        <pc:chgData name="Koen DE BELIE" userId="0b604c76-dc05-41eb-aae4-58be6ad353f8" providerId="ADAL" clId="{E4E5C4BD-609A-4E32-85EC-997507250E42}" dt="2025-02-13T13:18:37.755" v="0" actId="207"/>
        <pc:sldMkLst>
          <pc:docMk/>
          <pc:sldMk cId="0" sldId="325"/>
        </pc:sldMkLst>
        <pc:spChg chg="mod">
          <ac:chgData name="Koen DE BELIE" userId="0b604c76-dc05-41eb-aae4-58be6ad353f8" providerId="ADAL" clId="{E4E5C4BD-609A-4E32-85EC-997507250E42}" dt="2025-02-13T13:18:37.755" v="0" actId="207"/>
          <ac:spMkLst>
            <pc:docMk/>
            <pc:sldMk cId="0" sldId="325"/>
            <ac:spMk id="102402" creationId="{33DF8087-E0D3-4E55-8B90-DEEBF6BBA85D}"/>
          </ac:spMkLst>
        </pc:spChg>
      </pc:sldChg>
    </pc:docChg>
  </pc:docChgLst>
  <pc:docChgLst>
    <pc:chgData name="Koen DE BELIE" userId="0b604c76-dc05-41eb-aae4-58be6ad353f8" providerId="ADAL" clId="{AE7B29F2-3505-4349-A124-CFBDDFB8E8CC}"/>
    <pc:docChg chg="addSld delSld modSld">
      <pc:chgData name="Koen DE BELIE" userId="0b604c76-dc05-41eb-aae4-58be6ad353f8" providerId="ADAL" clId="{AE7B29F2-3505-4349-A124-CFBDDFB8E8CC}" dt="2025-03-18T09:09:35.892" v="22" actId="20577"/>
      <pc:docMkLst>
        <pc:docMk/>
      </pc:docMkLst>
      <pc:sldChg chg="modNotesTx">
        <pc:chgData name="Koen DE BELIE" userId="0b604c76-dc05-41eb-aae4-58be6ad353f8" providerId="ADAL" clId="{AE7B29F2-3505-4349-A124-CFBDDFB8E8CC}" dt="2025-03-18T08:37:44.207" v="8" actId="20577"/>
        <pc:sldMkLst>
          <pc:docMk/>
          <pc:sldMk cId="0" sldId="257"/>
        </pc:sldMkLst>
      </pc:sldChg>
      <pc:sldChg chg="modSp mod">
        <pc:chgData name="Koen DE BELIE" userId="0b604c76-dc05-41eb-aae4-58be6ad353f8" providerId="ADAL" clId="{AE7B29F2-3505-4349-A124-CFBDDFB8E8CC}" dt="2025-03-17T21:09:07.139" v="2" actId="20577"/>
        <pc:sldMkLst>
          <pc:docMk/>
          <pc:sldMk cId="0" sldId="325"/>
        </pc:sldMkLst>
        <pc:spChg chg="mod">
          <ac:chgData name="Koen DE BELIE" userId="0b604c76-dc05-41eb-aae4-58be6ad353f8" providerId="ADAL" clId="{AE7B29F2-3505-4349-A124-CFBDDFB8E8CC}" dt="2025-03-17T21:09:07.139" v="2" actId="20577"/>
          <ac:spMkLst>
            <pc:docMk/>
            <pc:sldMk cId="0" sldId="325"/>
            <ac:spMk id="102402" creationId="{33DF8087-E0D3-4E55-8B90-DEEBF6BBA85D}"/>
          </ac:spMkLst>
        </pc:spChg>
      </pc:sldChg>
      <pc:sldChg chg="modSp mod">
        <pc:chgData name="Koen DE BELIE" userId="0b604c76-dc05-41eb-aae4-58be6ad353f8" providerId="ADAL" clId="{AE7B29F2-3505-4349-A124-CFBDDFB8E8CC}" dt="2025-03-17T21:09:11.720" v="3" actId="6549"/>
        <pc:sldMkLst>
          <pc:docMk/>
          <pc:sldMk cId="0" sldId="326"/>
        </pc:sldMkLst>
        <pc:spChg chg="mod">
          <ac:chgData name="Koen DE BELIE" userId="0b604c76-dc05-41eb-aae4-58be6ad353f8" providerId="ADAL" clId="{AE7B29F2-3505-4349-A124-CFBDDFB8E8CC}" dt="2025-03-17T21:09:11.720" v="3" actId="6549"/>
          <ac:spMkLst>
            <pc:docMk/>
            <pc:sldMk cId="0" sldId="326"/>
            <ac:spMk id="103426" creationId="{7A37A9FE-CBDD-46C2-961B-052229989DA0}"/>
          </ac:spMkLst>
        </pc:spChg>
      </pc:sldChg>
      <pc:sldChg chg="modSp mod">
        <pc:chgData name="Koen DE BELIE" userId="0b604c76-dc05-41eb-aae4-58be6ad353f8" providerId="ADAL" clId="{AE7B29F2-3505-4349-A124-CFBDDFB8E8CC}" dt="2025-03-17T21:09:16.042" v="4" actId="6549"/>
        <pc:sldMkLst>
          <pc:docMk/>
          <pc:sldMk cId="0" sldId="328"/>
        </pc:sldMkLst>
        <pc:spChg chg="mod">
          <ac:chgData name="Koen DE BELIE" userId="0b604c76-dc05-41eb-aae4-58be6ad353f8" providerId="ADAL" clId="{AE7B29F2-3505-4349-A124-CFBDDFB8E8CC}" dt="2025-03-17T21:09:16.042" v="4" actId="6549"/>
          <ac:spMkLst>
            <pc:docMk/>
            <pc:sldMk cId="0" sldId="328"/>
            <ac:spMk id="105474" creationId="{95BD6CD3-6EB8-436F-991A-322E391BE0B3}"/>
          </ac:spMkLst>
        </pc:spChg>
      </pc:sldChg>
      <pc:sldChg chg="modSp mod">
        <pc:chgData name="Koen DE BELIE" userId="0b604c76-dc05-41eb-aae4-58be6ad353f8" providerId="ADAL" clId="{AE7B29F2-3505-4349-A124-CFBDDFB8E8CC}" dt="2025-03-17T21:09:20.608" v="5" actId="6549"/>
        <pc:sldMkLst>
          <pc:docMk/>
          <pc:sldMk cId="0" sldId="329"/>
        </pc:sldMkLst>
        <pc:spChg chg="mod">
          <ac:chgData name="Koen DE BELIE" userId="0b604c76-dc05-41eb-aae4-58be6ad353f8" providerId="ADAL" clId="{AE7B29F2-3505-4349-A124-CFBDDFB8E8CC}" dt="2025-03-17T21:09:20.608" v="5" actId="6549"/>
          <ac:spMkLst>
            <pc:docMk/>
            <pc:sldMk cId="0" sldId="329"/>
            <ac:spMk id="106498" creationId="{C7E68938-8CF6-4AC5-8F08-66FD5B4BFB0E}"/>
          </ac:spMkLst>
        </pc:spChg>
      </pc:sldChg>
      <pc:sldChg chg="modSp mod">
        <pc:chgData name="Koen DE BELIE" userId="0b604c76-dc05-41eb-aae4-58be6ad353f8" providerId="ADAL" clId="{AE7B29F2-3505-4349-A124-CFBDDFB8E8CC}" dt="2025-03-17T21:09:25.272" v="6" actId="6549"/>
        <pc:sldMkLst>
          <pc:docMk/>
          <pc:sldMk cId="0" sldId="330"/>
        </pc:sldMkLst>
        <pc:spChg chg="mod">
          <ac:chgData name="Koen DE BELIE" userId="0b604c76-dc05-41eb-aae4-58be6ad353f8" providerId="ADAL" clId="{AE7B29F2-3505-4349-A124-CFBDDFB8E8CC}" dt="2025-03-17T21:09:25.272" v="6" actId="6549"/>
          <ac:spMkLst>
            <pc:docMk/>
            <pc:sldMk cId="0" sldId="330"/>
            <ac:spMk id="107522" creationId="{10E37108-07CE-4C22-BD6E-DF3D3EC64781}"/>
          </ac:spMkLst>
        </pc:spChg>
      </pc:sldChg>
      <pc:sldChg chg="del">
        <pc:chgData name="Koen DE BELIE" userId="0b604c76-dc05-41eb-aae4-58be6ad353f8" providerId="ADAL" clId="{AE7B29F2-3505-4349-A124-CFBDDFB8E8CC}" dt="2025-03-17T21:08:50.176" v="0" actId="47"/>
        <pc:sldMkLst>
          <pc:docMk/>
          <pc:sldMk cId="939117667" sldId="339"/>
        </pc:sldMkLst>
      </pc:sldChg>
      <pc:sldChg chg="modSp new mod">
        <pc:chgData name="Koen DE BELIE" userId="0b604c76-dc05-41eb-aae4-58be6ad353f8" providerId="ADAL" clId="{AE7B29F2-3505-4349-A124-CFBDDFB8E8CC}" dt="2025-03-18T09:09:35.892" v="22" actId="20577"/>
        <pc:sldMkLst>
          <pc:docMk/>
          <pc:sldMk cId="3375887901" sldId="339"/>
        </pc:sldMkLst>
        <pc:spChg chg="mod">
          <ac:chgData name="Koen DE BELIE" userId="0b604c76-dc05-41eb-aae4-58be6ad353f8" providerId="ADAL" clId="{AE7B29F2-3505-4349-A124-CFBDDFB8E8CC}" dt="2025-03-18T09:09:35.892" v="22" actId="20577"/>
          <ac:spMkLst>
            <pc:docMk/>
            <pc:sldMk cId="3375887901" sldId="339"/>
            <ac:spMk id="2" creationId="{1AB5ED84-C6E5-F330-453E-BEFAFA7D1D65}"/>
          </ac:spMkLst>
        </pc:spChg>
      </pc:sldChg>
      <pc:sldChg chg="del">
        <pc:chgData name="Koen DE BELIE" userId="0b604c76-dc05-41eb-aae4-58be6ad353f8" providerId="ADAL" clId="{AE7B29F2-3505-4349-A124-CFBDDFB8E8CC}" dt="2025-03-17T21:08:53.877" v="1" actId="47"/>
        <pc:sldMkLst>
          <pc:docMk/>
          <pc:sldMk cId="2219937840" sldId="340"/>
        </pc:sldMkLst>
      </pc:sldChg>
    </pc:docChg>
  </pc:docChgLst>
  <pc:docChgLst>
    <pc:chgData name="Koen DE BELIE" userId="0b604c76-dc05-41eb-aae4-58be6ad353f8" providerId="ADAL" clId="{FCA43D24-C4F7-437D-A1D2-2CC485FD95A4}"/>
    <pc:docChg chg="custSel addSld delSld modSld">
      <pc:chgData name="Koen DE BELIE" userId="0b604c76-dc05-41eb-aae4-58be6ad353f8" providerId="ADAL" clId="{FCA43D24-C4F7-437D-A1D2-2CC485FD95A4}" dt="2025-01-30T13:45:34.825" v="33" actId="20577"/>
      <pc:docMkLst>
        <pc:docMk/>
      </pc:docMkLst>
      <pc:sldChg chg="delSp">
        <pc:chgData name="Koen DE BELIE" userId="0b604c76-dc05-41eb-aae4-58be6ad353f8" providerId="ADAL" clId="{FCA43D24-C4F7-437D-A1D2-2CC485FD95A4}" dt="2025-01-30T13:36:21.990" v="13" actId="478"/>
        <pc:sldMkLst>
          <pc:docMk/>
          <pc:sldMk cId="0" sldId="264"/>
        </pc:sldMkLst>
      </pc:sldChg>
      <pc:sldChg chg="del">
        <pc:chgData name="Koen DE BELIE" userId="0b604c76-dc05-41eb-aae4-58be6ad353f8" providerId="ADAL" clId="{FCA43D24-C4F7-437D-A1D2-2CC485FD95A4}" dt="2025-01-23T11:06:59.750" v="0" actId="47"/>
        <pc:sldMkLst>
          <pc:docMk/>
          <pc:sldMk cId="0" sldId="324"/>
        </pc:sldMkLst>
      </pc:sldChg>
      <pc:sldChg chg="del">
        <pc:chgData name="Koen DE BELIE" userId="0b604c76-dc05-41eb-aae4-58be6ad353f8" providerId="ADAL" clId="{FCA43D24-C4F7-437D-A1D2-2CC485FD95A4}" dt="2025-01-23T11:06:59.750" v="0" actId="47"/>
        <pc:sldMkLst>
          <pc:docMk/>
          <pc:sldMk cId="0" sldId="327"/>
        </pc:sldMkLst>
      </pc:sldChg>
      <pc:sldChg chg="del">
        <pc:chgData name="Koen DE BELIE" userId="0b604c76-dc05-41eb-aae4-58be6ad353f8" providerId="ADAL" clId="{FCA43D24-C4F7-437D-A1D2-2CC485FD95A4}" dt="2025-01-23T11:06:59.750" v="0" actId="47"/>
        <pc:sldMkLst>
          <pc:docMk/>
          <pc:sldMk cId="0" sldId="331"/>
        </pc:sldMkLst>
      </pc:sldChg>
      <pc:sldChg chg="del">
        <pc:chgData name="Koen DE BELIE" userId="0b604c76-dc05-41eb-aae4-58be6ad353f8" providerId="ADAL" clId="{FCA43D24-C4F7-437D-A1D2-2CC485FD95A4}" dt="2025-01-23T11:06:59.750" v="0" actId="47"/>
        <pc:sldMkLst>
          <pc:docMk/>
          <pc:sldMk cId="0" sldId="332"/>
        </pc:sldMkLst>
      </pc:sldChg>
      <pc:sldChg chg="modSp new mod">
        <pc:chgData name="Koen DE BELIE" userId="0b604c76-dc05-41eb-aae4-58be6ad353f8" providerId="ADAL" clId="{FCA43D24-C4F7-437D-A1D2-2CC485FD95A4}" dt="2025-01-23T13:45:28.610" v="12" actId="20577"/>
        <pc:sldMkLst>
          <pc:docMk/>
          <pc:sldMk cId="939117667" sldId="339"/>
        </pc:sldMkLst>
      </pc:sldChg>
      <pc:sldChg chg="modSp new mod">
        <pc:chgData name="Koen DE BELIE" userId="0b604c76-dc05-41eb-aae4-58be6ad353f8" providerId="ADAL" clId="{FCA43D24-C4F7-437D-A1D2-2CC485FD95A4}" dt="2025-01-30T13:45:34.825" v="33" actId="20577"/>
        <pc:sldMkLst>
          <pc:docMk/>
          <pc:sldMk cId="2219937840" sldId="34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D61077-8518-41EA-B38A-B605A78E15DC}" type="datetimeFigureOut">
              <a:rPr lang="nl-BE" smtClean="0"/>
              <a:t>25/03/2025</a:t>
            </a:fld>
            <a:endParaRPr lang="nl-BE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04215C-0BFF-422A-B8C1-6B490CFCF3A5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18499396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nl-BE" dirty="0"/>
              <a:t>https://drive.google.com/file/d/0B-XSRSRi1-3Nbkw4SFA5NXpnaHM/view?pli=1&amp;resourcekey=0-NERhDKt1JyL7J74fN47Ntw</a:t>
            </a:r>
          </a:p>
          <a:p>
            <a:endParaRPr lang="nl-BE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04215C-0BFF-422A-B8C1-6B490CFCF3A5}" type="slidenum">
              <a:rPr lang="nl-BE" smtClean="0"/>
              <a:t>2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264974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C4563CA8-6F98-49D6-8180-6C5C0ACF9FB0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5" name="Group 3">
              <a:extLst>
                <a:ext uri="{FF2B5EF4-FFF2-40B4-BE49-F238E27FC236}">
                  <a16:creationId xmlns:a16="http://schemas.microsoft.com/office/drawing/2014/main" id="{1616F581-A22E-40CA-800D-C964CAAF5E20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42" name="Freeform 4">
                <a:extLst>
                  <a:ext uri="{FF2B5EF4-FFF2-40B4-BE49-F238E27FC236}">
                    <a16:creationId xmlns:a16="http://schemas.microsoft.com/office/drawing/2014/main" id="{0CEBD9CA-E43E-4B98-BAC4-3820C1CF02D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3" name="Freeform 5">
                <a:extLst>
                  <a:ext uri="{FF2B5EF4-FFF2-40B4-BE49-F238E27FC236}">
                    <a16:creationId xmlns:a16="http://schemas.microsoft.com/office/drawing/2014/main" id="{0B7BED26-C07E-466A-B6BF-21C466108BC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4" name="Freeform 6">
                <a:extLst>
                  <a:ext uri="{FF2B5EF4-FFF2-40B4-BE49-F238E27FC236}">
                    <a16:creationId xmlns:a16="http://schemas.microsoft.com/office/drawing/2014/main" id="{2A94DC0A-7625-4224-8974-395C4D0AFF9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5" name="Freeform 7">
                <a:extLst>
                  <a:ext uri="{FF2B5EF4-FFF2-40B4-BE49-F238E27FC236}">
                    <a16:creationId xmlns:a16="http://schemas.microsoft.com/office/drawing/2014/main" id="{4C7AC2BD-7A53-44C0-AD9C-AA5C117AC6A7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6" name="Freeform 8">
                <a:extLst>
                  <a:ext uri="{FF2B5EF4-FFF2-40B4-BE49-F238E27FC236}">
                    <a16:creationId xmlns:a16="http://schemas.microsoft.com/office/drawing/2014/main" id="{5397D55E-BC8A-4757-851A-0E15493CC6D6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7" name="Freeform 9">
                <a:extLst>
                  <a:ext uri="{FF2B5EF4-FFF2-40B4-BE49-F238E27FC236}">
                    <a16:creationId xmlns:a16="http://schemas.microsoft.com/office/drawing/2014/main" id="{6BA995D7-4D4C-4701-BA5E-AE3F2D7B386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8" name="Freeform 10">
                <a:extLst>
                  <a:ext uri="{FF2B5EF4-FFF2-40B4-BE49-F238E27FC236}">
                    <a16:creationId xmlns:a16="http://schemas.microsoft.com/office/drawing/2014/main" id="{8DAFAE46-91E7-4DE4-B924-7F1CB8A17B8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9" name="Freeform 11">
                <a:extLst>
                  <a:ext uri="{FF2B5EF4-FFF2-40B4-BE49-F238E27FC236}">
                    <a16:creationId xmlns:a16="http://schemas.microsoft.com/office/drawing/2014/main" id="{07F93DF8-2B54-483D-9BB5-201707C5ADC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0" name="Freeform 12">
                <a:extLst>
                  <a:ext uri="{FF2B5EF4-FFF2-40B4-BE49-F238E27FC236}">
                    <a16:creationId xmlns:a16="http://schemas.microsoft.com/office/drawing/2014/main" id="{2DE9A445-616E-416E-82E2-089A35BAC820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1" name="Freeform 13">
                <a:extLst>
                  <a:ext uri="{FF2B5EF4-FFF2-40B4-BE49-F238E27FC236}">
                    <a16:creationId xmlns:a16="http://schemas.microsoft.com/office/drawing/2014/main" id="{86BC1835-E301-45D2-82AB-97E1360F2D3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2" name="Freeform 14">
                <a:extLst>
                  <a:ext uri="{FF2B5EF4-FFF2-40B4-BE49-F238E27FC236}">
                    <a16:creationId xmlns:a16="http://schemas.microsoft.com/office/drawing/2014/main" id="{312FA7EF-F31F-48FC-AA98-8A2A298BDBC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3" name="Freeform 15">
                <a:extLst>
                  <a:ext uri="{FF2B5EF4-FFF2-40B4-BE49-F238E27FC236}">
                    <a16:creationId xmlns:a16="http://schemas.microsoft.com/office/drawing/2014/main" id="{AE55CD7A-85E5-4762-888A-0AB906D8788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54" name="Freeform 16">
                <a:extLst>
                  <a:ext uri="{FF2B5EF4-FFF2-40B4-BE49-F238E27FC236}">
                    <a16:creationId xmlns:a16="http://schemas.microsoft.com/office/drawing/2014/main" id="{531E0F87-900B-4F5F-AC9A-17576B83DEE3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  <p:grpSp>
          <p:nvGrpSpPr>
            <p:cNvPr id="6" name="Group 17">
              <a:extLst>
                <a:ext uri="{FF2B5EF4-FFF2-40B4-BE49-F238E27FC236}">
                  <a16:creationId xmlns:a16="http://schemas.microsoft.com/office/drawing/2014/main" id="{FDAFF303-0643-4A7E-B04D-AD02AD5DE4C3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7" name="Rectangle 18">
                <a:extLst>
                  <a:ext uri="{FF2B5EF4-FFF2-40B4-BE49-F238E27FC236}">
                    <a16:creationId xmlns:a16="http://schemas.microsoft.com/office/drawing/2014/main" id="{D8D50171-B96E-4589-8ACB-9CB885E202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" name="Rectangle 19">
                <a:extLst>
                  <a:ext uri="{FF2B5EF4-FFF2-40B4-BE49-F238E27FC236}">
                    <a16:creationId xmlns:a16="http://schemas.microsoft.com/office/drawing/2014/main" id="{72226D7B-2EAD-4208-9C0E-C424ADDD8BB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" name="Rectangle 20">
                <a:extLst>
                  <a:ext uri="{FF2B5EF4-FFF2-40B4-BE49-F238E27FC236}">
                    <a16:creationId xmlns:a16="http://schemas.microsoft.com/office/drawing/2014/main" id="{663A716E-7455-4066-B0A3-E79373E6F9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" name="Rectangle 21">
                <a:extLst>
                  <a:ext uri="{FF2B5EF4-FFF2-40B4-BE49-F238E27FC236}">
                    <a16:creationId xmlns:a16="http://schemas.microsoft.com/office/drawing/2014/main" id="{3162B75F-8267-472F-8BB6-8A7007ABD2A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" name="Rectangle 22">
                <a:extLst>
                  <a:ext uri="{FF2B5EF4-FFF2-40B4-BE49-F238E27FC236}">
                    <a16:creationId xmlns:a16="http://schemas.microsoft.com/office/drawing/2014/main" id="{394892EF-B425-4D27-AB9B-4F74929F84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" name="Rectangle 23">
                <a:extLst>
                  <a:ext uri="{FF2B5EF4-FFF2-40B4-BE49-F238E27FC236}">
                    <a16:creationId xmlns:a16="http://schemas.microsoft.com/office/drawing/2014/main" id="{45FB31AD-53D5-4467-8817-5BF98A6E68B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" name="Rectangle 24">
                <a:extLst>
                  <a:ext uri="{FF2B5EF4-FFF2-40B4-BE49-F238E27FC236}">
                    <a16:creationId xmlns:a16="http://schemas.microsoft.com/office/drawing/2014/main" id="{3BE6AA17-A345-4388-98BC-97F064B4307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4" name="Rectangle 25">
                <a:extLst>
                  <a:ext uri="{FF2B5EF4-FFF2-40B4-BE49-F238E27FC236}">
                    <a16:creationId xmlns:a16="http://schemas.microsoft.com/office/drawing/2014/main" id="{64DB4F56-1143-4D18-BD4C-D039DE50AC9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5" name="Rectangle 26">
                <a:extLst>
                  <a:ext uri="{FF2B5EF4-FFF2-40B4-BE49-F238E27FC236}">
                    <a16:creationId xmlns:a16="http://schemas.microsoft.com/office/drawing/2014/main" id="{78C50766-432E-43AC-A0E4-3FE072C58B1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6" name="Rectangle 27">
                <a:extLst>
                  <a:ext uri="{FF2B5EF4-FFF2-40B4-BE49-F238E27FC236}">
                    <a16:creationId xmlns:a16="http://schemas.microsoft.com/office/drawing/2014/main" id="{12D0BF76-6F32-4166-8968-F5C103DFF09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7" name="Rectangle 28">
                <a:extLst>
                  <a:ext uri="{FF2B5EF4-FFF2-40B4-BE49-F238E27FC236}">
                    <a16:creationId xmlns:a16="http://schemas.microsoft.com/office/drawing/2014/main" id="{88EFCEB3-606A-4667-B427-46307BC1B50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8" name="Rectangle 29">
                <a:extLst>
                  <a:ext uri="{FF2B5EF4-FFF2-40B4-BE49-F238E27FC236}">
                    <a16:creationId xmlns:a16="http://schemas.microsoft.com/office/drawing/2014/main" id="{9B21427D-8056-469B-9D42-13E318C63D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9" name="Rectangle 30">
                <a:extLst>
                  <a:ext uri="{FF2B5EF4-FFF2-40B4-BE49-F238E27FC236}">
                    <a16:creationId xmlns:a16="http://schemas.microsoft.com/office/drawing/2014/main" id="{07D71A41-2F15-4D7E-A520-0818FA9129C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0" name="Rectangle 31">
                <a:extLst>
                  <a:ext uri="{FF2B5EF4-FFF2-40B4-BE49-F238E27FC236}">
                    <a16:creationId xmlns:a16="http://schemas.microsoft.com/office/drawing/2014/main" id="{A301C68A-C65D-4EB4-BA04-AA80867525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1" name="Rectangle 32">
                <a:extLst>
                  <a:ext uri="{FF2B5EF4-FFF2-40B4-BE49-F238E27FC236}">
                    <a16:creationId xmlns:a16="http://schemas.microsoft.com/office/drawing/2014/main" id="{51FB4F19-6AC8-4914-9E7E-EFB37A7BAD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2" name="Rectangle 33">
                <a:extLst>
                  <a:ext uri="{FF2B5EF4-FFF2-40B4-BE49-F238E27FC236}">
                    <a16:creationId xmlns:a16="http://schemas.microsoft.com/office/drawing/2014/main" id="{FDC120FC-B4E4-4488-B7DF-9D7951083F1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3" name="Rectangle 34">
                <a:extLst>
                  <a:ext uri="{FF2B5EF4-FFF2-40B4-BE49-F238E27FC236}">
                    <a16:creationId xmlns:a16="http://schemas.microsoft.com/office/drawing/2014/main" id="{9946C040-2705-433C-8105-50D00EB811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4" name="Rectangle 35">
                <a:extLst>
                  <a:ext uri="{FF2B5EF4-FFF2-40B4-BE49-F238E27FC236}">
                    <a16:creationId xmlns:a16="http://schemas.microsoft.com/office/drawing/2014/main" id="{4A0E878A-A9EB-4F87-966E-602DF1623D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5" name="Rectangle 36">
                <a:extLst>
                  <a:ext uri="{FF2B5EF4-FFF2-40B4-BE49-F238E27FC236}">
                    <a16:creationId xmlns:a16="http://schemas.microsoft.com/office/drawing/2014/main" id="{BD7A00AD-86D7-46D8-AE12-363063C3B9E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6" name="Rectangle 37">
                <a:extLst>
                  <a:ext uri="{FF2B5EF4-FFF2-40B4-BE49-F238E27FC236}">
                    <a16:creationId xmlns:a16="http://schemas.microsoft.com/office/drawing/2014/main" id="{38117A60-5EE3-47B8-9229-C2C5DEB3A2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7" name="Rectangle 38">
                <a:extLst>
                  <a:ext uri="{FF2B5EF4-FFF2-40B4-BE49-F238E27FC236}">
                    <a16:creationId xmlns:a16="http://schemas.microsoft.com/office/drawing/2014/main" id="{B1F30FB2-97BC-4E53-BC1A-A1240AF982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8" name="Rectangle 39">
                <a:extLst>
                  <a:ext uri="{FF2B5EF4-FFF2-40B4-BE49-F238E27FC236}">
                    <a16:creationId xmlns:a16="http://schemas.microsoft.com/office/drawing/2014/main" id="{86B121CF-74F8-4E72-9127-DBCAE8AC58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29" name="Rectangle 40">
                <a:extLst>
                  <a:ext uri="{FF2B5EF4-FFF2-40B4-BE49-F238E27FC236}">
                    <a16:creationId xmlns:a16="http://schemas.microsoft.com/office/drawing/2014/main" id="{4076E0E4-EE8A-4B05-9A67-DE19E0489C2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0" name="Rectangle 41">
                <a:extLst>
                  <a:ext uri="{FF2B5EF4-FFF2-40B4-BE49-F238E27FC236}">
                    <a16:creationId xmlns:a16="http://schemas.microsoft.com/office/drawing/2014/main" id="{DC6D3C96-8C41-463E-81D8-CFC6BE095A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1" name="Rectangle 42">
                <a:extLst>
                  <a:ext uri="{FF2B5EF4-FFF2-40B4-BE49-F238E27FC236}">
                    <a16:creationId xmlns:a16="http://schemas.microsoft.com/office/drawing/2014/main" id="{477D7E9C-8BD0-4944-B791-28BD0A4E627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2" name="Rectangle 43">
                <a:extLst>
                  <a:ext uri="{FF2B5EF4-FFF2-40B4-BE49-F238E27FC236}">
                    <a16:creationId xmlns:a16="http://schemas.microsoft.com/office/drawing/2014/main" id="{E69C9DAA-68ED-481E-9E33-2331E27AC0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3" name="Rectangle 44">
                <a:extLst>
                  <a:ext uri="{FF2B5EF4-FFF2-40B4-BE49-F238E27FC236}">
                    <a16:creationId xmlns:a16="http://schemas.microsoft.com/office/drawing/2014/main" id="{1B27B351-F5E2-47FA-8A30-D0B65942B70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4" name="Rectangle 45">
                <a:extLst>
                  <a:ext uri="{FF2B5EF4-FFF2-40B4-BE49-F238E27FC236}">
                    <a16:creationId xmlns:a16="http://schemas.microsoft.com/office/drawing/2014/main" id="{422B4535-69C8-4E61-8F4A-99AF072BA42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5" name="Rectangle 46">
                <a:extLst>
                  <a:ext uri="{FF2B5EF4-FFF2-40B4-BE49-F238E27FC236}">
                    <a16:creationId xmlns:a16="http://schemas.microsoft.com/office/drawing/2014/main" id="{69AA86AD-FC97-4360-9A10-F68B9EDFFA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6" name="Rectangle 47">
                <a:extLst>
                  <a:ext uri="{FF2B5EF4-FFF2-40B4-BE49-F238E27FC236}">
                    <a16:creationId xmlns:a16="http://schemas.microsoft.com/office/drawing/2014/main" id="{5FD721F6-DA0E-4CA4-8DCE-64F111CA76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7" name="Rectangle 48">
                <a:extLst>
                  <a:ext uri="{FF2B5EF4-FFF2-40B4-BE49-F238E27FC236}">
                    <a16:creationId xmlns:a16="http://schemas.microsoft.com/office/drawing/2014/main" id="{B55C7DC6-3E67-4A18-83CE-8EC6CC2B997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8" name="Rectangle 49">
                <a:extLst>
                  <a:ext uri="{FF2B5EF4-FFF2-40B4-BE49-F238E27FC236}">
                    <a16:creationId xmlns:a16="http://schemas.microsoft.com/office/drawing/2014/main" id="{C76324D7-C81D-4319-B495-B1F78B0469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39" name="Rectangle 50">
                <a:extLst>
                  <a:ext uri="{FF2B5EF4-FFF2-40B4-BE49-F238E27FC236}">
                    <a16:creationId xmlns:a16="http://schemas.microsoft.com/office/drawing/2014/main" id="{9B8A634E-9B91-4F5F-A826-014EED60F4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0" name="Rectangle 51">
                <a:extLst>
                  <a:ext uri="{FF2B5EF4-FFF2-40B4-BE49-F238E27FC236}">
                    <a16:creationId xmlns:a16="http://schemas.microsoft.com/office/drawing/2014/main" id="{54065366-F330-4576-9BB7-EBFE7C1419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1" name="Rectangle 52">
                <a:extLst>
                  <a:ext uri="{FF2B5EF4-FFF2-40B4-BE49-F238E27FC236}">
                    <a16:creationId xmlns:a16="http://schemas.microsoft.com/office/drawing/2014/main" id="{5869D0FE-6DA7-49BE-AF0E-D5FC52D550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2" name="Rectangle 53">
                <a:extLst>
                  <a:ext uri="{FF2B5EF4-FFF2-40B4-BE49-F238E27FC236}">
                    <a16:creationId xmlns:a16="http://schemas.microsoft.com/office/drawing/2014/main" id="{C8C78383-F6D3-4F8D-A642-DDFB8727F3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3" name="Rectangle 54">
                <a:extLst>
                  <a:ext uri="{FF2B5EF4-FFF2-40B4-BE49-F238E27FC236}">
                    <a16:creationId xmlns:a16="http://schemas.microsoft.com/office/drawing/2014/main" id="{9FABDC4E-3A76-46E3-8A39-14FFDF9647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4" name="Rectangle 55">
                <a:extLst>
                  <a:ext uri="{FF2B5EF4-FFF2-40B4-BE49-F238E27FC236}">
                    <a16:creationId xmlns:a16="http://schemas.microsoft.com/office/drawing/2014/main" id="{2BADDFAE-7DF8-4943-B195-7DA39747BBD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5" name="Rectangle 56">
                <a:extLst>
                  <a:ext uri="{FF2B5EF4-FFF2-40B4-BE49-F238E27FC236}">
                    <a16:creationId xmlns:a16="http://schemas.microsoft.com/office/drawing/2014/main" id="{79B4AAA0-07C4-42E8-9929-7233141518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6" name="Rectangle 57">
                <a:extLst>
                  <a:ext uri="{FF2B5EF4-FFF2-40B4-BE49-F238E27FC236}">
                    <a16:creationId xmlns:a16="http://schemas.microsoft.com/office/drawing/2014/main" id="{9D746503-48B2-46EE-9311-92FE3AF9BBA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7" name="Rectangle 58">
                <a:extLst>
                  <a:ext uri="{FF2B5EF4-FFF2-40B4-BE49-F238E27FC236}">
                    <a16:creationId xmlns:a16="http://schemas.microsoft.com/office/drawing/2014/main" id="{F780844C-F5AE-4898-86E7-FFB0435C5F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8" name="Rectangle 59">
                <a:extLst>
                  <a:ext uri="{FF2B5EF4-FFF2-40B4-BE49-F238E27FC236}">
                    <a16:creationId xmlns:a16="http://schemas.microsoft.com/office/drawing/2014/main" id="{53FFA2AA-6643-42F1-B657-A500A6A1EB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49" name="Rectangle 60">
                <a:extLst>
                  <a:ext uri="{FF2B5EF4-FFF2-40B4-BE49-F238E27FC236}">
                    <a16:creationId xmlns:a16="http://schemas.microsoft.com/office/drawing/2014/main" id="{3E40A20C-FC12-4A64-9C76-D0E5C65A8CC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0" name="Rectangle 61">
                <a:extLst>
                  <a:ext uri="{FF2B5EF4-FFF2-40B4-BE49-F238E27FC236}">
                    <a16:creationId xmlns:a16="http://schemas.microsoft.com/office/drawing/2014/main" id="{056D3C99-6F7F-41B6-8D47-2CA3835FCB6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1" name="Rectangle 62">
                <a:extLst>
                  <a:ext uri="{FF2B5EF4-FFF2-40B4-BE49-F238E27FC236}">
                    <a16:creationId xmlns:a16="http://schemas.microsoft.com/office/drawing/2014/main" id="{E432D3D5-4B1F-4C50-A3E8-0D63596E33C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2" name="Rectangle 63">
                <a:extLst>
                  <a:ext uri="{FF2B5EF4-FFF2-40B4-BE49-F238E27FC236}">
                    <a16:creationId xmlns:a16="http://schemas.microsoft.com/office/drawing/2014/main" id="{AE6327FF-FD55-4796-ADF3-1ED009570C4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3" name="Rectangle 64">
                <a:extLst>
                  <a:ext uri="{FF2B5EF4-FFF2-40B4-BE49-F238E27FC236}">
                    <a16:creationId xmlns:a16="http://schemas.microsoft.com/office/drawing/2014/main" id="{4F583211-B8ED-4D56-AB8B-6A9D83C229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4" name="Rectangle 65">
                <a:extLst>
                  <a:ext uri="{FF2B5EF4-FFF2-40B4-BE49-F238E27FC236}">
                    <a16:creationId xmlns:a16="http://schemas.microsoft.com/office/drawing/2014/main" id="{737FB531-C90C-4C48-B2A3-CED37EFC77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5" name="Rectangle 66">
                <a:extLst>
                  <a:ext uri="{FF2B5EF4-FFF2-40B4-BE49-F238E27FC236}">
                    <a16:creationId xmlns:a16="http://schemas.microsoft.com/office/drawing/2014/main" id="{8F24D5BD-FE89-4522-B5C6-E5020512410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6" name="Rectangle 67">
                <a:extLst>
                  <a:ext uri="{FF2B5EF4-FFF2-40B4-BE49-F238E27FC236}">
                    <a16:creationId xmlns:a16="http://schemas.microsoft.com/office/drawing/2014/main" id="{8CC97309-DDDA-436B-855F-78115456CD9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7" name="Rectangle 68">
                <a:extLst>
                  <a:ext uri="{FF2B5EF4-FFF2-40B4-BE49-F238E27FC236}">
                    <a16:creationId xmlns:a16="http://schemas.microsoft.com/office/drawing/2014/main" id="{9FE6DD8C-3722-47AA-BF8D-67DD2BAE88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8" name="Rectangle 69">
                <a:extLst>
                  <a:ext uri="{FF2B5EF4-FFF2-40B4-BE49-F238E27FC236}">
                    <a16:creationId xmlns:a16="http://schemas.microsoft.com/office/drawing/2014/main" id="{3EB87285-7CB6-4549-A47D-1049F2B74C5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59" name="Rectangle 70">
                <a:extLst>
                  <a:ext uri="{FF2B5EF4-FFF2-40B4-BE49-F238E27FC236}">
                    <a16:creationId xmlns:a16="http://schemas.microsoft.com/office/drawing/2014/main" id="{8D305D36-BF9E-4BD2-ADF2-9D2115552D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0" name="Rectangle 71">
                <a:extLst>
                  <a:ext uri="{FF2B5EF4-FFF2-40B4-BE49-F238E27FC236}">
                    <a16:creationId xmlns:a16="http://schemas.microsoft.com/office/drawing/2014/main" id="{AE88F4B6-1D27-4971-86FF-905300CC51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1" name="Rectangle 72">
                <a:extLst>
                  <a:ext uri="{FF2B5EF4-FFF2-40B4-BE49-F238E27FC236}">
                    <a16:creationId xmlns:a16="http://schemas.microsoft.com/office/drawing/2014/main" id="{423D4F37-D8B4-4195-A47E-6033CAECB63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2" name="Rectangle 73">
                <a:extLst>
                  <a:ext uri="{FF2B5EF4-FFF2-40B4-BE49-F238E27FC236}">
                    <a16:creationId xmlns:a16="http://schemas.microsoft.com/office/drawing/2014/main" id="{3D3A3420-B083-45CC-99C6-53D5708CD8F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3" name="Rectangle 74">
                <a:extLst>
                  <a:ext uri="{FF2B5EF4-FFF2-40B4-BE49-F238E27FC236}">
                    <a16:creationId xmlns:a16="http://schemas.microsoft.com/office/drawing/2014/main" id="{A6B65310-7B69-4D84-8112-F3975C5C68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4" name="Rectangle 75">
                <a:extLst>
                  <a:ext uri="{FF2B5EF4-FFF2-40B4-BE49-F238E27FC236}">
                    <a16:creationId xmlns:a16="http://schemas.microsoft.com/office/drawing/2014/main" id="{828D8E4C-9F04-4A03-B300-4FFC5FC670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5" name="Rectangle 76">
                <a:extLst>
                  <a:ext uri="{FF2B5EF4-FFF2-40B4-BE49-F238E27FC236}">
                    <a16:creationId xmlns:a16="http://schemas.microsoft.com/office/drawing/2014/main" id="{13467998-EE31-4E72-BD70-EB0BB126EAE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6" name="Rectangle 77">
                <a:extLst>
                  <a:ext uri="{FF2B5EF4-FFF2-40B4-BE49-F238E27FC236}">
                    <a16:creationId xmlns:a16="http://schemas.microsoft.com/office/drawing/2014/main" id="{26AC2FC8-2953-478C-A0C8-25B205858EB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7" name="Rectangle 78">
                <a:extLst>
                  <a:ext uri="{FF2B5EF4-FFF2-40B4-BE49-F238E27FC236}">
                    <a16:creationId xmlns:a16="http://schemas.microsoft.com/office/drawing/2014/main" id="{E752260C-F2D6-4549-889B-A09931DA68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8" name="Rectangle 79">
                <a:extLst>
                  <a:ext uri="{FF2B5EF4-FFF2-40B4-BE49-F238E27FC236}">
                    <a16:creationId xmlns:a16="http://schemas.microsoft.com/office/drawing/2014/main" id="{2DEE16C8-F2B3-4547-83E6-CE018C9646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69" name="Rectangle 80">
                <a:extLst>
                  <a:ext uri="{FF2B5EF4-FFF2-40B4-BE49-F238E27FC236}">
                    <a16:creationId xmlns:a16="http://schemas.microsoft.com/office/drawing/2014/main" id="{7F30E4F1-EF04-46C1-B444-DC23FFCA7F9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0" name="Freeform 81">
                <a:extLst>
                  <a:ext uri="{FF2B5EF4-FFF2-40B4-BE49-F238E27FC236}">
                    <a16:creationId xmlns:a16="http://schemas.microsoft.com/office/drawing/2014/main" id="{2A96A1E1-E240-4114-AD15-9890B7803F5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71" name="Rectangle 82">
                <a:extLst>
                  <a:ext uri="{FF2B5EF4-FFF2-40B4-BE49-F238E27FC236}">
                    <a16:creationId xmlns:a16="http://schemas.microsoft.com/office/drawing/2014/main" id="{51B1958F-5B6C-4B37-89C6-5E0B8E1704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2" name="Rectangle 83">
                <a:extLst>
                  <a:ext uri="{FF2B5EF4-FFF2-40B4-BE49-F238E27FC236}">
                    <a16:creationId xmlns:a16="http://schemas.microsoft.com/office/drawing/2014/main" id="{89801810-6398-4E00-A3FB-C5CE698BA41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3" name="Rectangle 84">
                <a:extLst>
                  <a:ext uri="{FF2B5EF4-FFF2-40B4-BE49-F238E27FC236}">
                    <a16:creationId xmlns:a16="http://schemas.microsoft.com/office/drawing/2014/main" id="{CDBC7A61-986D-43F0-A99F-49FBF96548C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4" name="Rectangle 85">
                <a:extLst>
                  <a:ext uri="{FF2B5EF4-FFF2-40B4-BE49-F238E27FC236}">
                    <a16:creationId xmlns:a16="http://schemas.microsoft.com/office/drawing/2014/main" id="{EEB0462C-8B2C-4FEA-8044-A092596095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5" name="Rectangle 86">
                <a:extLst>
                  <a:ext uri="{FF2B5EF4-FFF2-40B4-BE49-F238E27FC236}">
                    <a16:creationId xmlns:a16="http://schemas.microsoft.com/office/drawing/2014/main" id="{AE23C8F2-5444-46B6-986F-B9A5BD045D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6" name="Rectangle 87">
                <a:extLst>
                  <a:ext uri="{FF2B5EF4-FFF2-40B4-BE49-F238E27FC236}">
                    <a16:creationId xmlns:a16="http://schemas.microsoft.com/office/drawing/2014/main" id="{CDBFCCD4-8D99-4BE0-83FC-4E5A2551DC2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7" name="Rectangle 88">
                <a:extLst>
                  <a:ext uri="{FF2B5EF4-FFF2-40B4-BE49-F238E27FC236}">
                    <a16:creationId xmlns:a16="http://schemas.microsoft.com/office/drawing/2014/main" id="{74892651-54C4-4ADC-B52C-BF8E4BEA3B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8" name="Rectangle 89">
                <a:extLst>
                  <a:ext uri="{FF2B5EF4-FFF2-40B4-BE49-F238E27FC236}">
                    <a16:creationId xmlns:a16="http://schemas.microsoft.com/office/drawing/2014/main" id="{DF7DC4E0-C194-41B8-BE04-44289989BA9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79" name="Rectangle 90">
                <a:extLst>
                  <a:ext uri="{FF2B5EF4-FFF2-40B4-BE49-F238E27FC236}">
                    <a16:creationId xmlns:a16="http://schemas.microsoft.com/office/drawing/2014/main" id="{EEB0291F-380F-4F0C-89DC-0050E2E610A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0" name="Rectangle 91">
                <a:extLst>
                  <a:ext uri="{FF2B5EF4-FFF2-40B4-BE49-F238E27FC236}">
                    <a16:creationId xmlns:a16="http://schemas.microsoft.com/office/drawing/2014/main" id="{6FC60312-25A8-49AE-B988-A5642F2DA6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1" name="Rectangle 92">
                <a:extLst>
                  <a:ext uri="{FF2B5EF4-FFF2-40B4-BE49-F238E27FC236}">
                    <a16:creationId xmlns:a16="http://schemas.microsoft.com/office/drawing/2014/main" id="{0F6B7448-2B96-4D7A-A1A0-7692338C7F8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2" name="Rectangle 93">
                <a:extLst>
                  <a:ext uri="{FF2B5EF4-FFF2-40B4-BE49-F238E27FC236}">
                    <a16:creationId xmlns:a16="http://schemas.microsoft.com/office/drawing/2014/main" id="{7BD4674C-1583-45C2-AC9B-DBC89DE4DC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3" name="Rectangle 94">
                <a:extLst>
                  <a:ext uri="{FF2B5EF4-FFF2-40B4-BE49-F238E27FC236}">
                    <a16:creationId xmlns:a16="http://schemas.microsoft.com/office/drawing/2014/main" id="{9DBF5651-88FB-40C3-9643-C49A5A679D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4" name="Rectangle 95">
                <a:extLst>
                  <a:ext uri="{FF2B5EF4-FFF2-40B4-BE49-F238E27FC236}">
                    <a16:creationId xmlns:a16="http://schemas.microsoft.com/office/drawing/2014/main" id="{CA4058C8-3583-4B0F-B8DE-69DD5B7CE7E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5" name="Rectangle 96">
                <a:extLst>
                  <a:ext uri="{FF2B5EF4-FFF2-40B4-BE49-F238E27FC236}">
                    <a16:creationId xmlns:a16="http://schemas.microsoft.com/office/drawing/2014/main" id="{2F640752-E47B-4983-97B4-4D033E173D2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6" name="Rectangle 97">
                <a:extLst>
                  <a:ext uri="{FF2B5EF4-FFF2-40B4-BE49-F238E27FC236}">
                    <a16:creationId xmlns:a16="http://schemas.microsoft.com/office/drawing/2014/main" id="{205E3703-8F91-48C6-A5A0-C78B12CBCCA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7" name="Rectangle 98">
                <a:extLst>
                  <a:ext uri="{FF2B5EF4-FFF2-40B4-BE49-F238E27FC236}">
                    <a16:creationId xmlns:a16="http://schemas.microsoft.com/office/drawing/2014/main" id="{6DD5CAAC-6425-4AD2-8CE2-4E3EAC92B8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8" name="Rectangle 99">
                <a:extLst>
                  <a:ext uri="{FF2B5EF4-FFF2-40B4-BE49-F238E27FC236}">
                    <a16:creationId xmlns:a16="http://schemas.microsoft.com/office/drawing/2014/main" id="{63B943F6-6A67-4145-AB4F-59132CE14E3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89" name="Rectangle 100">
                <a:extLst>
                  <a:ext uri="{FF2B5EF4-FFF2-40B4-BE49-F238E27FC236}">
                    <a16:creationId xmlns:a16="http://schemas.microsoft.com/office/drawing/2014/main" id="{4624E7FC-61B9-45CE-B1B7-CB90410814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0" name="Rectangle 101">
                <a:extLst>
                  <a:ext uri="{FF2B5EF4-FFF2-40B4-BE49-F238E27FC236}">
                    <a16:creationId xmlns:a16="http://schemas.microsoft.com/office/drawing/2014/main" id="{5A7666B7-4D0D-49A0-9002-4384C20F5B9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1" name="Rectangle 102">
                <a:extLst>
                  <a:ext uri="{FF2B5EF4-FFF2-40B4-BE49-F238E27FC236}">
                    <a16:creationId xmlns:a16="http://schemas.microsoft.com/office/drawing/2014/main" id="{7A9BDA0C-249D-497A-A4F5-F22DF25375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2" name="Rectangle 103">
                <a:extLst>
                  <a:ext uri="{FF2B5EF4-FFF2-40B4-BE49-F238E27FC236}">
                    <a16:creationId xmlns:a16="http://schemas.microsoft.com/office/drawing/2014/main" id="{8810A097-6DFC-4A8E-96F7-0FFA89A36D4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3" name="Rectangle 104">
                <a:extLst>
                  <a:ext uri="{FF2B5EF4-FFF2-40B4-BE49-F238E27FC236}">
                    <a16:creationId xmlns:a16="http://schemas.microsoft.com/office/drawing/2014/main" id="{4072EBE2-FDB9-4A2E-BD5F-3A8859AA639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4" name="Rectangle 105">
                <a:extLst>
                  <a:ext uri="{FF2B5EF4-FFF2-40B4-BE49-F238E27FC236}">
                    <a16:creationId xmlns:a16="http://schemas.microsoft.com/office/drawing/2014/main" id="{5B3F3413-9378-48C7-9B1B-F321141D2D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5" name="Rectangle 106">
                <a:extLst>
                  <a:ext uri="{FF2B5EF4-FFF2-40B4-BE49-F238E27FC236}">
                    <a16:creationId xmlns:a16="http://schemas.microsoft.com/office/drawing/2014/main" id="{65FD3516-C1D6-4A86-BA39-7DB6E3A03FA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6" name="Rectangle 107">
                <a:extLst>
                  <a:ext uri="{FF2B5EF4-FFF2-40B4-BE49-F238E27FC236}">
                    <a16:creationId xmlns:a16="http://schemas.microsoft.com/office/drawing/2014/main" id="{854F7BBD-91B2-41F6-A24A-12A030DEDA1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7" name="Rectangle 108">
                <a:extLst>
                  <a:ext uri="{FF2B5EF4-FFF2-40B4-BE49-F238E27FC236}">
                    <a16:creationId xmlns:a16="http://schemas.microsoft.com/office/drawing/2014/main" id="{58E6BF51-BA53-44AB-B2A4-1DA7D5D2871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8" name="Rectangle 109">
                <a:extLst>
                  <a:ext uri="{FF2B5EF4-FFF2-40B4-BE49-F238E27FC236}">
                    <a16:creationId xmlns:a16="http://schemas.microsoft.com/office/drawing/2014/main" id="{7F40D9DA-647A-47EB-B225-62186938674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99" name="Rectangle 110">
                <a:extLst>
                  <a:ext uri="{FF2B5EF4-FFF2-40B4-BE49-F238E27FC236}">
                    <a16:creationId xmlns:a16="http://schemas.microsoft.com/office/drawing/2014/main" id="{80953AD7-1CBC-4E03-B6F6-4E84998CDA3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0" name="Rectangle 111">
                <a:extLst>
                  <a:ext uri="{FF2B5EF4-FFF2-40B4-BE49-F238E27FC236}">
                    <a16:creationId xmlns:a16="http://schemas.microsoft.com/office/drawing/2014/main" id="{50E805FA-7BC5-40B1-9A93-67FCB269E4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1" name="Rectangle 112">
                <a:extLst>
                  <a:ext uri="{FF2B5EF4-FFF2-40B4-BE49-F238E27FC236}">
                    <a16:creationId xmlns:a16="http://schemas.microsoft.com/office/drawing/2014/main" id="{BA205DC7-516D-4016-89CF-B0196DFF375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2" name="Rectangle 113">
                <a:extLst>
                  <a:ext uri="{FF2B5EF4-FFF2-40B4-BE49-F238E27FC236}">
                    <a16:creationId xmlns:a16="http://schemas.microsoft.com/office/drawing/2014/main" id="{2A235FA5-A3D1-4DCB-B739-241441EE0AD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" name="Rectangle 114">
                <a:extLst>
                  <a:ext uri="{FF2B5EF4-FFF2-40B4-BE49-F238E27FC236}">
                    <a16:creationId xmlns:a16="http://schemas.microsoft.com/office/drawing/2014/main" id="{969EB886-8AC6-4B06-A3E6-29CCE1A5B4C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" name="Rectangle 115">
                <a:extLst>
                  <a:ext uri="{FF2B5EF4-FFF2-40B4-BE49-F238E27FC236}">
                    <a16:creationId xmlns:a16="http://schemas.microsoft.com/office/drawing/2014/main" id="{E81C07E6-78B4-4F36-841A-32D75FF582B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" name="Rectangle 116">
                <a:extLst>
                  <a:ext uri="{FF2B5EF4-FFF2-40B4-BE49-F238E27FC236}">
                    <a16:creationId xmlns:a16="http://schemas.microsoft.com/office/drawing/2014/main" id="{B9586B6C-1DCD-4C6D-800B-2BE601737D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" name="Rectangle 117">
                <a:extLst>
                  <a:ext uri="{FF2B5EF4-FFF2-40B4-BE49-F238E27FC236}">
                    <a16:creationId xmlns:a16="http://schemas.microsoft.com/office/drawing/2014/main" id="{3372789B-900F-485F-8DBA-248B5920C4B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" name="Rectangle 118">
                <a:extLst>
                  <a:ext uri="{FF2B5EF4-FFF2-40B4-BE49-F238E27FC236}">
                    <a16:creationId xmlns:a16="http://schemas.microsoft.com/office/drawing/2014/main" id="{C389F307-481E-4B25-B9AC-CCBDCDC388C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" name="Rectangle 119">
                <a:extLst>
                  <a:ext uri="{FF2B5EF4-FFF2-40B4-BE49-F238E27FC236}">
                    <a16:creationId xmlns:a16="http://schemas.microsoft.com/office/drawing/2014/main" id="{B8841512-3FD0-4844-B403-FEE2A1157F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" name="Rectangle 120">
                <a:extLst>
                  <a:ext uri="{FF2B5EF4-FFF2-40B4-BE49-F238E27FC236}">
                    <a16:creationId xmlns:a16="http://schemas.microsoft.com/office/drawing/2014/main" id="{E84BB0D9-99EB-4637-AC0A-EF5E199459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" name="Rectangle 121">
                <a:extLst>
                  <a:ext uri="{FF2B5EF4-FFF2-40B4-BE49-F238E27FC236}">
                    <a16:creationId xmlns:a16="http://schemas.microsoft.com/office/drawing/2014/main" id="{A742E44D-4EA6-4052-8C2A-C5A4BCAF12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" name="Rectangle 122">
                <a:extLst>
                  <a:ext uri="{FF2B5EF4-FFF2-40B4-BE49-F238E27FC236}">
                    <a16:creationId xmlns:a16="http://schemas.microsoft.com/office/drawing/2014/main" id="{35D1C25A-C766-49AD-B743-4E416CFBC11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" name="Rectangle 123">
                <a:extLst>
                  <a:ext uri="{FF2B5EF4-FFF2-40B4-BE49-F238E27FC236}">
                    <a16:creationId xmlns:a16="http://schemas.microsoft.com/office/drawing/2014/main" id="{AD9EA66C-6664-4026-8C8C-CFAC8786442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" name="Rectangle 124">
                <a:extLst>
                  <a:ext uri="{FF2B5EF4-FFF2-40B4-BE49-F238E27FC236}">
                    <a16:creationId xmlns:a16="http://schemas.microsoft.com/office/drawing/2014/main" id="{375B19DD-96CD-4AB3-807A-C5161702E3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" name="Rectangle 125">
                <a:extLst>
                  <a:ext uri="{FF2B5EF4-FFF2-40B4-BE49-F238E27FC236}">
                    <a16:creationId xmlns:a16="http://schemas.microsoft.com/office/drawing/2014/main" id="{8AE3D173-5AE6-405C-BD9F-CF145BB99E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" name="Rectangle 126">
                <a:extLst>
                  <a:ext uri="{FF2B5EF4-FFF2-40B4-BE49-F238E27FC236}">
                    <a16:creationId xmlns:a16="http://schemas.microsoft.com/office/drawing/2014/main" id="{EC9CF8A9-FAA0-4875-9BC6-2FCD68B0681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" name="Rectangle 127">
                <a:extLst>
                  <a:ext uri="{FF2B5EF4-FFF2-40B4-BE49-F238E27FC236}">
                    <a16:creationId xmlns:a16="http://schemas.microsoft.com/office/drawing/2014/main" id="{280D6EC9-392B-4105-986A-8CCFA5F1076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7" name="Rectangle 128">
                <a:extLst>
                  <a:ext uri="{FF2B5EF4-FFF2-40B4-BE49-F238E27FC236}">
                    <a16:creationId xmlns:a16="http://schemas.microsoft.com/office/drawing/2014/main" id="{8B117650-7424-4CAA-AB60-14F8B739197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8" name="Rectangle 129">
                <a:extLst>
                  <a:ext uri="{FF2B5EF4-FFF2-40B4-BE49-F238E27FC236}">
                    <a16:creationId xmlns:a16="http://schemas.microsoft.com/office/drawing/2014/main" id="{CFD04121-65B7-42D6-8A54-1DE58F4A764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9" name="Rectangle 130">
                <a:extLst>
                  <a:ext uri="{FF2B5EF4-FFF2-40B4-BE49-F238E27FC236}">
                    <a16:creationId xmlns:a16="http://schemas.microsoft.com/office/drawing/2014/main" id="{B10753A8-19D3-425A-B567-2AFD6CA058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0" name="Rectangle 131">
                <a:extLst>
                  <a:ext uri="{FF2B5EF4-FFF2-40B4-BE49-F238E27FC236}">
                    <a16:creationId xmlns:a16="http://schemas.microsoft.com/office/drawing/2014/main" id="{3DDF708E-FD5A-4B66-9369-FDA0A90356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1" name="Rectangle 132">
                <a:extLst>
                  <a:ext uri="{FF2B5EF4-FFF2-40B4-BE49-F238E27FC236}">
                    <a16:creationId xmlns:a16="http://schemas.microsoft.com/office/drawing/2014/main" id="{CA5930A2-DAB4-4B8B-94F3-8ADF6D8D789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2" name="Rectangle 133">
                <a:extLst>
                  <a:ext uri="{FF2B5EF4-FFF2-40B4-BE49-F238E27FC236}">
                    <a16:creationId xmlns:a16="http://schemas.microsoft.com/office/drawing/2014/main" id="{53F22844-9CF3-4087-BBF5-712BEA92AC5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3" name="Rectangle 134">
                <a:extLst>
                  <a:ext uri="{FF2B5EF4-FFF2-40B4-BE49-F238E27FC236}">
                    <a16:creationId xmlns:a16="http://schemas.microsoft.com/office/drawing/2014/main" id="{BDDD1D82-CD3F-48A4-B088-84963356689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4" name="Rectangle 135">
                <a:extLst>
                  <a:ext uri="{FF2B5EF4-FFF2-40B4-BE49-F238E27FC236}">
                    <a16:creationId xmlns:a16="http://schemas.microsoft.com/office/drawing/2014/main" id="{FF2A4BBE-71E4-474B-BCC8-E40E5C9D9D2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5" name="Rectangle 136">
                <a:extLst>
                  <a:ext uri="{FF2B5EF4-FFF2-40B4-BE49-F238E27FC236}">
                    <a16:creationId xmlns:a16="http://schemas.microsoft.com/office/drawing/2014/main" id="{D787240F-8C4B-4341-8039-B707C5A59C1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6" name="Rectangle 137">
                <a:extLst>
                  <a:ext uri="{FF2B5EF4-FFF2-40B4-BE49-F238E27FC236}">
                    <a16:creationId xmlns:a16="http://schemas.microsoft.com/office/drawing/2014/main" id="{566A9475-5949-4205-9A41-2A649EC9652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27" name="Freeform 138">
                <a:extLst>
                  <a:ext uri="{FF2B5EF4-FFF2-40B4-BE49-F238E27FC236}">
                    <a16:creationId xmlns:a16="http://schemas.microsoft.com/office/drawing/2014/main" id="{A5371773-5D12-4CAD-9FC2-9028BC7CC09F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28" name="Freeform 139">
                <a:extLst>
                  <a:ext uri="{FF2B5EF4-FFF2-40B4-BE49-F238E27FC236}">
                    <a16:creationId xmlns:a16="http://schemas.microsoft.com/office/drawing/2014/main" id="{07046FB6-7985-4A92-8E50-FF685B06559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29" name="Freeform 140">
                <a:extLst>
                  <a:ext uri="{FF2B5EF4-FFF2-40B4-BE49-F238E27FC236}">
                    <a16:creationId xmlns:a16="http://schemas.microsoft.com/office/drawing/2014/main" id="{ABDD59F0-9BA2-40CB-BAF5-68D5DA2E38D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0" name="Freeform 141">
                <a:extLst>
                  <a:ext uri="{FF2B5EF4-FFF2-40B4-BE49-F238E27FC236}">
                    <a16:creationId xmlns:a16="http://schemas.microsoft.com/office/drawing/2014/main" id="{2F7318BE-1284-439B-97AE-5E11DC75206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1" name="Freeform 142">
                <a:extLst>
                  <a:ext uri="{FF2B5EF4-FFF2-40B4-BE49-F238E27FC236}">
                    <a16:creationId xmlns:a16="http://schemas.microsoft.com/office/drawing/2014/main" id="{C800F996-E81B-4D45-B759-529D88AF4D3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2" name="Freeform 143">
                <a:extLst>
                  <a:ext uri="{FF2B5EF4-FFF2-40B4-BE49-F238E27FC236}">
                    <a16:creationId xmlns:a16="http://schemas.microsoft.com/office/drawing/2014/main" id="{8E941B7D-D511-464E-8A60-DC9ACE678A3B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3" name="Freeform 144">
                <a:extLst>
                  <a:ext uri="{FF2B5EF4-FFF2-40B4-BE49-F238E27FC236}">
                    <a16:creationId xmlns:a16="http://schemas.microsoft.com/office/drawing/2014/main" id="{228ECFB8-CADC-424D-9710-840C979FA8B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4" name="Freeform 145">
                <a:extLst>
                  <a:ext uri="{FF2B5EF4-FFF2-40B4-BE49-F238E27FC236}">
                    <a16:creationId xmlns:a16="http://schemas.microsoft.com/office/drawing/2014/main" id="{B7F702B0-E1D7-4107-8D59-3F4666B33BF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5" name="Freeform 146">
                <a:extLst>
                  <a:ext uri="{FF2B5EF4-FFF2-40B4-BE49-F238E27FC236}">
                    <a16:creationId xmlns:a16="http://schemas.microsoft.com/office/drawing/2014/main" id="{6C60D6DB-1E01-4F8D-9315-4232BA96469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6" name="Rectangle 147">
                <a:extLst>
                  <a:ext uri="{FF2B5EF4-FFF2-40B4-BE49-F238E27FC236}">
                    <a16:creationId xmlns:a16="http://schemas.microsoft.com/office/drawing/2014/main" id="{468B14BB-FAE9-40F4-AA20-0BC8095F6A5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7" name="Rectangle 148">
                <a:extLst>
                  <a:ext uri="{FF2B5EF4-FFF2-40B4-BE49-F238E27FC236}">
                    <a16:creationId xmlns:a16="http://schemas.microsoft.com/office/drawing/2014/main" id="{3B55AA8C-3A86-48DC-90DD-DADC2723E51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38" name="Freeform 149">
                <a:extLst>
                  <a:ext uri="{FF2B5EF4-FFF2-40B4-BE49-F238E27FC236}">
                    <a16:creationId xmlns:a16="http://schemas.microsoft.com/office/drawing/2014/main" id="{A2907C69-C47F-408C-8947-FEC3E222418E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39" name="Freeform 150">
                <a:extLst>
                  <a:ext uri="{FF2B5EF4-FFF2-40B4-BE49-F238E27FC236}">
                    <a16:creationId xmlns:a16="http://schemas.microsoft.com/office/drawing/2014/main" id="{964B63AF-6975-47B5-9604-3A1CDD532746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21 h 154"/>
                  <a:gd name="T2" fmla="*/ 13 w 144"/>
                  <a:gd name="T3" fmla="*/ 31 h 154"/>
                  <a:gd name="T4" fmla="*/ 26 w 144"/>
                  <a:gd name="T5" fmla="*/ 24 h 154"/>
                  <a:gd name="T6" fmla="*/ 14 w 144"/>
                  <a:gd name="T7" fmla="*/ 11 h 154"/>
                  <a:gd name="T8" fmla="*/ 23 w 144"/>
                  <a:gd name="T9" fmla="*/ 7 h 154"/>
                  <a:gd name="T10" fmla="*/ 26 w 144"/>
                  <a:gd name="T11" fmla="*/ 11 h 154"/>
                  <a:gd name="T12" fmla="*/ 32 w 144"/>
                  <a:gd name="T13" fmla="*/ 9 h 154"/>
                  <a:gd name="T14" fmla="*/ 22 w 144"/>
                  <a:gd name="T15" fmla="*/ 0 h 154"/>
                  <a:gd name="T16" fmla="*/ 8 w 144"/>
                  <a:gd name="T17" fmla="*/ 7 h 154"/>
                  <a:gd name="T18" fmla="*/ 20 w 144"/>
                  <a:gd name="T19" fmla="*/ 22 h 154"/>
                  <a:gd name="T20" fmla="*/ 6 w 144"/>
                  <a:gd name="T21" fmla="*/ 20 h 154"/>
                  <a:gd name="T22" fmla="*/ 0 w 144"/>
                  <a:gd name="T23" fmla="*/ 21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40" name="Freeform 151">
                <a:extLst>
                  <a:ext uri="{FF2B5EF4-FFF2-40B4-BE49-F238E27FC236}">
                    <a16:creationId xmlns:a16="http://schemas.microsoft.com/office/drawing/2014/main" id="{2DEF88DB-4630-4D38-85CE-56262B46441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nl-BE">
                  <a:cs typeface="Arial" charset="0"/>
                </a:endParaRPr>
              </a:p>
            </p:txBody>
          </p:sp>
          <p:sp>
            <p:nvSpPr>
              <p:cNvPr id="141" name="Oval 152">
                <a:extLst>
                  <a:ext uri="{FF2B5EF4-FFF2-40B4-BE49-F238E27FC236}">
                    <a16:creationId xmlns:a16="http://schemas.microsoft.com/office/drawing/2014/main" id="{6DF89378-F34C-4199-ABA8-EE588F9D40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</p:grpSp>
      </p:grpSp>
      <p:sp>
        <p:nvSpPr>
          <p:cNvPr id="87193" name="Rectangle 153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1768475"/>
            <a:ext cx="7772400" cy="1736725"/>
          </a:xfrm>
        </p:spPr>
        <p:txBody>
          <a:bodyPr anchor="b" anchorCtr="1"/>
          <a:lstStyle>
            <a:lvl1pPr>
              <a:defRPr sz="5400"/>
            </a:lvl1pPr>
          </a:lstStyle>
          <a:p>
            <a:r>
              <a:rPr lang="nl-NL"/>
              <a:t>Klik om het opmaakprofiel te bewerken</a:t>
            </a:r>
          </a:p>
        </p:txBody>
      </p:sp>
      <p:sp>
        <p:nvSpPr>
          <p:cNvPr id="87194" name="Rectangle 15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Arial" charset="0"/>
              <a:buNone/>
              <a:defRPr/>
            </a:lvl1pPr>
          </a:lstStyle>
          <a:p>
            <a:r>
              <a:rPr lang="nl-NL"/>
              <a:t>Klik om het opmaakprofiel van de modelondertitel te bewerken</a:t>
            </a:r>
          </a:p>
        </p:txBody>
      </p:sp>
      <p:sp>
        <p:nvSpPr>
          <p:cNvPr id="155" name="Rectangle 155">
            <a:extLst>
              <a:ext uri="{FF2B5EF4-FFF2-40B4-BE49-F238E27FC236}">
                <a16:creationId xmlns:a16="http://schemas.microsoft.com/office/drawing/2014/main" id="{9E21275F-DBDF-4269-AE77-B6B9610D246F}"/>
              </a:ext>
            </a:extLst>
          </p:cNvPr>
          <p:cNvSpPr>
            <a:spLocks noGrp="1" noChangeArrowheads="1"/>
          </p:cNvSpPr>
          <p:nvPr>
            <p:ph type="dt" sz="quarter" idx="10"/>
          </p:nvPr>
        </p:nvSpPr>
        <p:spPr>
          <a:xfrm>
            <a:off x="304800" y="6248400"/>
            <a:ext cx="22860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156" name="Rectangle 156">
            <a:extLst>
              <a:ext uri="{FF2B5EF4-FFF2-40B4-BE49-F238E27FC236}">
                <a16:creationId xmlns:a16="http://schemas.microsoft.com/office/drawing/2014/main" id="{E038759B-E2A7-4CA5-A830-D812BD4DE1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>
                <a:effectLst>
                  <a:outerShdw blurRad="38100" dist="38100" dir="2700000" algn="tl">
                    <a:srgbClr val="000000"/>
                  </a:outerShdw>
                </a:effectLst>
                <a:latin typeface="Tahoma" pitchFamily="34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157" name="Rectangle 157">
            <a:extLst>
              <a:ext uri="{FF2B5EF4-FFF2-40B4-BE49-F238E27FC236}">
                <a16:creationId xmlns:a16="http://schemas.microsoft.com/office/drawing/2014/main" id="{00D0F065-1BEA-4C60-ADA5-A5FCC6D88D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48400"/>
            <a:ext cx="2286000" cy="457200"/>
          </a:xfrm>
        </p:spPr>
        <p:txBody>
          <a:bodyPr/>
          <a:lstStyle>
            <a:lvl1pPr>
              <a:defRPr smtClean="0">
                <a:effectLst>
                  <a:outerShdw blurRad="38100" dist="38100" dir="2700000" algn="tl">
                    <a:srgbClr val="000000"/>
                  </a:outerShdw>
                </a:effectLst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C4A4072C-27C2-4024-BF0D-565268F1F656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0471058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FEE4E164-4107-471E-9404-AD09ED597A3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627421CF-C487-4A57-8A3D-8749EFDBF96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AAEFF4E2-1D70-4D1C-9DCB-09E087060E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196C3-68D0-4673-B77A-9E34869E42EA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839191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923D729E-725A-45F7-A9A5-7593F62DBAE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BE8F6645-9E3F-4395-807F-96019889025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11BB29E8-B89E-447D-9FF5-317A6BF11C9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7BD2C6-55D9-411E-AB80-52AF6C754728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674073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A8400C30-E069-4B02-B317-58548499DA8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67252A90-06C1-460D-8DCA-8A9932E9C2C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9403358C-AAC2-4A9C-BF23-7E40A85B45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870946-1E37-444E-BF24-AD2C9C60C2C9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428689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7" name="Rectangle 154">
            <a:extLst>
              <a:ext uri="{FF2B5EF4-FFF2-40B4-BE49-F238E27FC236}">
                <a16:creationId xmlns:a16="http://schemas.microsoft.com/office/drawing/2014/main" id="{DC0DEB2F-FD38-428F-B519-DA9B185FE25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8" name="Rectangle 155">
            <a:extLst>
              <a:ext uri="{FF2B5EF4-FFF2-40B4-BE49-F238E27FC236}">
                <a16:creationId xmlns:a16="http://schemas.microsoft.com/office/drawing/2014/main" id="{3FCA68E7-2C3B-4794-96DB-007BA2A0D78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9" name="Rectangle 156">
            <a:extLst>
              <a:ext uri="{FF2B5EF4-FFF2-40B4-BE49-F238E27FC236}">
                <a16:creationId xmlns:a16="http://schemas.microsoft.com/office/drawing/2014/main" id="{3E9BCDC2-0A1D-4570-A2C1-C700A302F27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15B3A4-6DF6-495A-9515-0FBD58CE107F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468398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Rectangle 154">
            <a:extLst>
              <a:ext uri="{FF2B5EF4-FFF2-40B4-BE49-F238E27FC236}">
                <a16:creationId xmlns:a16="http://schemas.microsoft.com/office/drawing/2014/main" id="{0D3477B7-E924-4E47-A08A-3A905857EC7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4" name="Rectangle 155">
            <a:extLst>
              <a:ext uri="{FF2B5EF4-FFF2-40B4-BE49-F238E27FC236}">
                <a16:creationId xmlns:a16="http://schemas.microsoft.com/office/drawing/2014/main" id="{9878D9CE-7C9C-461E-B75C-6075BCF836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6">
            <a:extLst>
              <a:ext uri="{FF2B5EF4-FFF2-40B4-BE49-F238E27FC236}">
                <a16:creationId xmlns:a16="http://schemas.microsoft.com/office/drawing/2014/main" id="{3E07DAAB-8B7E-41B9-8A4F-03764FCED0D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D93DD2-F68D-4119-B43D-B1D4622016C8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314402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54">
            <a:extLst>
              <a:ext uri="{FF2B5EF4-FFF2-40B4-BE49-F238E27FC236}">
                <a16:creationId xmlns:a16="http://schemas.microsoft.com/office/drawing/2014/main" id="{B967E9B0-342D-4C71-B210-94FB7740F1D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3" name="Rectangle 155">
            <a:extLst>
              <a:ext uri="{FF2B5EF4-FFF2-40B4-BE49-F238E27FC236}">
                <a16:creationId xmlns:a16="http://schemas.microsoft.com/office/drawing/2014/main" id="{31D56B6B-E717-4168-9736-0FC526DF95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4" name="Rectangle 156">
            <a:extLst>
              <a:ext uri="{FF2B5EF4-FFF2-40B4-BE49-F238E27FC236}">
                <a16:creationId xmlns:a16="http://schemas.microsoft.com/office/drawing/2014/main" id="{654237BA-1976-4CE2-9F9B-F13FDE335FF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9CEC71-9CF0-4D32-8A04-1351F5C6794F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428072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643B918A-74A7-466E-B8C5-B5A10331C4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FE123862-278E-4820-8A27-2557015382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F1AE099E-DF8A-40DE-92B2-089ACEADE1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B5388-B4A3-4073-A596-6572BC1973FA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1189888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BE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B0FDDE83-E83A-4AF6-9E1F-66A4A37AA48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DA45139F-E7EA-4FF9-B7A4-5520390FB40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80FE6227-E7BD-4033-99B4-CB665F2471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BED26D-6338-4B98-A520-5598368A7DBA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5278867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3548C893-9ACA-4F97-B092-FFC31B84553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A8F660F5-A689-4F34-81B6-72EE2528F05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698F0180-FBB6-446A-92D6-B7FBAFA6508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C1FD92-B34C-4C56-9068-2231D9974BE9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375422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6707188" y="228600"/>
            <a:ext cx="2135187" cy="5870575"/>
          </a:xfrm>
        </p:spPr>
        <p:txBody>
          <a:bodyPr vert="eaVert"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301625" y="228600"/>
            <a:ext cx="6253163" cy="5870575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Rectangle 154">
            <a:extLst>
              <a:ext uri="{FF2B5EF4-FFF2-40B4-BE49-F238E27FC236}">
                <a16:creationId xmlns:a16="http://schemas.microsoft.com/office/drawing/2014/main" id="{7A1DE186-D4B0-4CD5-8C1D-86112471F2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5" name="Rectangle 155">
            <a:extLst>
              <a:ext uri="{FF2B5EF4-FFF2-40B4-BE49-F238E27FC236}">
                <a16:creationId xmlns:a16="http://schemas.microsoft.com/office/drawing/2014/main" id="{B0ED27C5-E9AE-458C-8512-D864DBBD4AA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6">
            <a:extLst>
              <a:ext uri="{FF2B5EF4-FFF2-40B4-BE49-F238E27FC236}">
                <a16:creationId xmlns:a16="http://schemas.microsoft.com/office/drawing/2014/main" id="{A23A217A-CFE4-4C57-8B75-D4EF7751137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C095E2-E237-4441-8C18-3E83B534999E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253766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el, tekst en inhou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01625" y="228600"/>
            <a:ext cx="8540750" cy="1143000"/>
          </a:xfrm>
        </p:spPr>
        <p:txBody>
          <a:bodyPr/>
          <a:lstStyle/>
          <a:p>
            <a:r>
              <a:rPr lang="nl-NL"/>
              <a:t>Klik om de stijl te bewerken</a:t>
            </a:r>
            <a:endParaRPr lang="nl-BE"/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sz="half" idx="1"/>
          </p:nvPr>
        </p:nvSpPr>
        <p:spPr>
          <a:xfrm>
            <a:off x="301625" y="1600200"/>
            <a:ext cx="4194175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194175" cy="4498975"/>
          </a:xfrm>
        </p:spPr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BE"/>
          </a:p>
        </p:txBody>
      </p:sp>
      <p:sp>
        <p:nvSpPr>
          <p:cNvPr id="5" name="Rectangle 154">
            <a:extLst>
              <a:ext uri="{FF2B5EF4-FFF2-40B4-BE49-F238E27FC236}">
                <a16:creationId xmlns:a16="http://schemas.microsoft.com/office/drawing/2014/main" id="{E03023D6-3C5E-4703-9BB9-CE09FB7251B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6" name="Rectangle 155">
            <a:extLst>
              <a:ext uri="{FF2B5EF4-FFF2-40B4-BE49-F238E27FC236}">
                <a16:creationId xmlns:a16="http://schemas.microsoft.com/office/drawing/2014/main" id="{9A0402D1-EBBD-483F-9B93-E0F53304127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7" name="Rectangle 156">
            <a:extLst>
              <a:ext uri="{FF2B5EF4-FFF2-40B4-BE49-F238E27FC236}">
                <a16:creationId xmlns:a16="http://schemas.microsoft.com/office/drawing/2014/main" id="{91D9C2CD-329B-4F96-A93B-0C12E458F73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30660F-6154-4E7C-BDA4-94DF9070C095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</p:spTree>
    <p:extLst>
      <p:ext uri="{BB962C8B-B14F-4D97-AF65-F5344CB8AC3E}">
        <p14:creationId xmlns:p14="http://schemas.microsoft.com/office/powerpoint/2010/main" val="34302511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rgbClr val="52546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>
            <a:extLst>
              <a:ext uri="{FF2B5EF4-FFF2-40B4-BE49-F238E27FC236}">
                <a16:creationId xmlns:a16="http://schemas.microsoft.com/office/drawing/2014/main" id="{741A539C-9319-4150-ABDF-6C85F3DCB342}"/>
              </a:ext>
            </a:extLst>
          </p:cNvPr>
          <p:cNvGrpSpPr>
            <a:grpSpLocks/>
          </p:cNvGrpSpPr>
          <p:nvPr/>
        </p:nvGrpSpPr>
        <p:grpSpPr bwMode="auto">
          <a:xfrm>
            <a:off x="0" y="1422400"/>
            <a:ext cx="9147175" cy="5435600"/>
            <a:chOff x="0" y="896"/>
            <a:chExt cx="5762" cy="3424"/>
          </a:xfrm>
        </p:grpSpPr>
        <p:grpSp>
          <p:nvGrpSpPr>
            <p:cNvPr id="1032" name="Group 3">
              <a:extLst>
                <a:ext uri="{FF2B5EF4-FFF2-40B4-BE49-F238E27FC236}">
                  <a16:creationId xmlns:a16="http://schemas.microsoft.com/office/drawing/2014/main" id="{996C06D6-FF1B-414C-9166-3752D9ABBB1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20" y="896"/>
              <a:ext cx="5742" cy="3424"/>
              <a:chOff x="20" y="896"/>
              <a:chExt cx="5742" cy="3424"/>
            </a:xfrm>
          </p:grpSpPr>
          <p:sp>
            <p:nvSpPr>
              <p:cNvPr id="1169" name="Freeform 4">
                <a:extLst>
                  <a:ext uri="{FF2B5EF4-FFF2-40B4-BE49-F238E27FC236}">
                    <a16:creationId xmlns:a16="http://schemas.microsoft.com/office/drawing/2014/main" id="{D6BF205E-F4E1-4772-9654-224AA09F5739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1399" y="1116"/>
                <a:ext cx="2815" cy="2110"/>
              </a:xfrm>
              <a:custGeom>
                <a:avLst/>
                <a:gdLst>
                  <a:gd name="T0" fmla="*/ 950 w 2815"/>
                  <a:gd name="T1" fmla="*/ 85 h 2110"/>
                  <a:gd name="T2" fmla="*/ 628 w 2815"/>
                  <a:gd name="T3" fmla="*/ 438 h 2110"/>
                  <a:gd name="T4" fmla="*/ 66 w 2815"/>
                  <a:gd name="T5" fmla="*/ 471 h 2110"/>
                  <a:gd name="T6" fmla="*/ 0 w 2815"/>
                  <a:gd name="T7" fmla="*/ 627 h 2110"/>
                  <a:gd name="T8" fmla="*/ 372 w 2815"/>
                  <a:gd name="T9" fmla="*/ 1026 h 2110"/>
                  <a:gd name="T10" fmla="*/ 611 w 2815"/>
                  <a:gd name="T11" fmla="*/ 902 h 2110"/>
                  <a:gd name="T12" fmla="*/ 992 w 2815"/>
                  <a:gd name="T13" fmla="*/ 1085 h 2110"/>
                  <a:gd name="T14" fmla="*/ 1116 w 2815"/>
                  <a:gd name="T15" fmla="*/ 1339 h 2110"/>
                  <a:gd name="T16" fmla="*/ 1083 w 2815"/>
                  <a:gd name="T17" fmla="*/ 1450 h 2110"/>
                  <a:gd name="T18" fmla="*/ 1124 w 2815"/>
                  <a:gd name="T19" fmla="*/ 1659 h 2110"/>
                  <a:gd name="T20" fmla="*/ 1149 w 2815"/>
                  <a:gd name="T21" fmla="*/ 1999 h 2110"/>
                  <a:gd name="T22" fmla="*/ 1463 w 2815"/>
                  <a:gd name="T23" fmla="*/ 2110 h 2110"/>
                  <a:gd name="T24" fmla="*/ 1686 w 2815"/>
                  <a:gd name="T25" fmla="*/ 2025 h 2110"/>
                  <a:gd name="T26" fmla="*/ 1603 w 2815"/>
                  <a:gd name="T27" fmla="*/ 1777 h 2110"/>
                  <a:gd name="T28" fmla="*/ 1991 w 2815"/>
                  <a:gd name="T29" fmla="*/ 1555 h 2110"/>
                  <a:gd name="T30" fmla="*/ 2281 w 2815"/>
                  <a:gd name="T31" fmla="*/ 1542 h 2110"/>
                  <a:gd name="T32" fmla="*/ 2446 w 2815"/>
                  <a:gd name="T33" fmla="*/ 1359 h 2110"/>
                  <a:gd name="T34" fmla="*/ 2361 w 2815"/>
                  <a:gd name="T35" fmla="*/ 1001 h 2110"/>
                  <a:gd name="T36" fmla="*/ 2606 w 2815"/>
                  <a:gd name="T37" fmla="*/ 893 h 2110"/>
                  <a:gd name="T38" fmla="*/ 2815 w 2815"/>
                  <a:gd name="T39" fmla="*/ 454 h 2110"/>
                  <a:gd name="T40" fmla="*/ 2518 w 2815"/>
                  <a:gd name="T41" fmla="*/ 0 h 211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2815" h="2110">
                    <a:moveTo>
                      <a:pt x="950" y="85"/>
                    </a:moveTo>
                    <a:lnTo>
                      <a:pt x="628" y="438"/>
                    </a:lnTo>
                    <a:lnTo>
                      <a:pt x="66" y="471"/>
                    </a:lnTo>
                    <a:lnTo>
                      <a:pt x="0" y="627"/>
                    </a:lnTo>
                    <a:lnTo>
                      <a:pt x="372" y="1026"/>
                    </a:lnTo>
                    <a:lnTo>
                      <a:pt x="611" y="902"/>
                    </a:lnTo>
                    <a:lnTo>
                      <a:pt x="992" y="1085"/>
                    </a:lnTo>
                    <a:lnTo>
                      <a:pt x="1116" y="1339"/>
                    </a:lnTo>
                    <a:lnTo>
                      <a:pt x="1083" y="1450"/>
                    </a:lnTo>
                    <a:lnTo>
                      <a:pt x="1124" y="1659"/>
                    </a:lnTo>
                    <a:lnTo>
                      <a:pt x="1149" y="1999"/>
                    </a:lnTo>
                    <a:lnTo>
                      <a:pt x="1463" y="2110"/>
                    </a:lnTo>
                    <a:lnTo>
                      <a:pt x="1686" y="2025"/>
                    </a:lnTo>
                    <a:lnTo>
                      <a:pt x="1603" y="1777"/>
                    </a:lnTo>
                    <a:lnTo>
                      <a:pt x="1991" y="1555"/>
                    </a:lnTo>
                    <a:lnTo>
                      <a:pt x="2281" y="1542"/>
                    </a:lnTo>
                    <a:lnTo>
                      <a:pt x="2446" y="1359"/>
                    </a:lnTo>
                    <a:lnTo>
                      <a:pt x="2361" y="1001"/>
                    </a:lnTo>
                    <a:lnTo>
                      <a:pt x="2606" y="893"/>
                    </a:lnTo>
                    <a:lnTo>
                      <a:pt x="2815" y="454"/>
                    </a:lnTo>
                    <a:lnTo>
                      <a:pt x="2518" y="0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0" name="Freeform 5">
                <a:extLst>
                  <a:ext uri="{FF2B5EF4-FFF2-40B4-BE49-F238E27FC236}">
                    <a16:creationId xmlns:a16="http://schemas.microsoft.com/office/drawing/2014/main" id="{99945F1C-1EFC-420A-94E4-4B1F9DDAC2F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672" y="1116"/>
                <a:ext cx="3966" cy="2366"/>
              </a:xfrm>
              <a:custGeom>
                <a:avLst/>
                <a:gdLst>
                  <a:gd name="T0" fmla="*/ 1423 w 3966"/>
                  <a:gd name="T1" fmla="*/ 65 h 2366"/>
                  <a:gd name="T2" fmla="*/ 1148 w 3966"/>
                  <a:gd name="T3" fmla="*/ 262 h 2366"/>
                  <a:gd name="T4" fmla="*/ 934 w 3966"/>
                  <a:gd name="T5" fmla="*/ 216 h 2366"/>
                  <a:gd name="T6" fmla="*/ 529 w 3966"/>
                  <a:gd name="T7" fmla="*/ 314 h 2366"/>
                  <a:gd name="T8" fmla="*/ 174 w 3966"/>
                  <a:gd name="T9" fmla="*/ 327 h 2366"/>
                  <a:gd name="T10" fmla="*/ 0 w 3966"/>
                  <a:gd name="T11" fmla="*/ 628 h 2366"/>
                  <a:gd name="T12" fmla="*/ 91 w 3966"/>
                  <a:gd name="T13" fmla="*/ 726 h 2366"/>
                  <a:gd name="T14" fmla="*/ 231 w 3966"/>
                  <a:gd name="T15" fmla="*/ 654 h 2366"/>
                  <a:gd name="T16" fmla="*/ 430 w 3966"/>
                  <a:gd name="T17" fmla="*/ 687 h 2366"/>
                  <a:gd name="T18" fmla="*/ 504 w 3966"/>
                  <a:gd name="T19" fmla="*/ 850 h 2366"/>
                  <a:gd name="T20" fmla="*/ 347 w 3966"/>
                  <a:gd name="T21" fmla="*/ 1020 h 2366"/>
                  <a:gd name="T22" fmla="*/ 529 w 3966"/>
                  <a:gd name="T23" fmla="*/ 1144 h 2366"/>
                  <a:gd name="T24" fmla="*/ 727 w 3966"/>
                  <a:gd name="T25" fmla="*/ 1105 h 2366"/>
                  <a:gd name="T26" fmla="*/ 901 w 3966"/>
                  <a:gd name="T27" fmla="*/ 1216 h 2366"/>
                  <a:gd name="T28" fmla="*/ 1256 w 3966"/>
                  <a:gd name="T29" fmla="*/ 1229 h 2366"/>
                  <a:gd name="T30" fmla="*/ 1611 w 3966"/>
                  <a:gd name="T31" fmla="*/ 1425 h 2366"/>
                  <a:gd name="T32" fmla="*/ 1694 w 3966"/>
                  <a:gd name="T33" fmla="*/ 1673 h 2366"/>
                  <a:gd name="T34" fmla="*/ 1619 w 3966"/>
                  <a:gd name="T35" fmla="*/ 2118 h 2366"/>
                  <a:gd name="T36" fmla="*/ 1694 w 3966"/>
                  <a:gd name="T37" fmla="*/ 2268 h 2366"/>
                  <a:gd name="T38" fmla="*/ 2132 w 3966"/>
                  <a:gd name="T39" fmla="*/ 2242 h 2366"/>
                  <a:gd name="T40" fmla="*/ 2289 w 3966"/>
                  <a:gd name="T41" fmla="*/ 2366 h 2366"/>
                  <a:gd name="T42" fmla="*/ 2594 w 3966"/>
                  <a:gd name="T43" fmla="*/ 2046 h 2366"/>
                  <a:gd name="T44" fmla="*/ 2537 w 3966"/>
                  <a:gd name="T45" fmla="*/ 1817 h 2366"/>
                  <a:gd name="T46" fmla="*/ 2818 w 3966"/>
                  <a:gd name="T47" fmla="*/ 1673 h 2366"/>
                  <a:gd name="T48" fmla="*/ 3016 w 3966"/>
                  <a:gd name="T49" fmla="*/ 1719 h 2366"/>
                  <a:gd name="T50" fmla="*/ 3280 w 3966"/>
                  <a:gd name="T51" fmla="*/ 1615 h 2366"/>
                  <a:gd name="T52" fmla="*/ 3405 w 3966"/>
                  <a:gd name="T53" fmla="*/ 1174 h 2366"/>
                  <a:gd name="T54" fmla="*/ 3643 w 3966"/>
                  <a:gd name="T55" fmla="*/ 922 h 2366"/>
                  <a:gd name="T56" fmla="*/ 3966 w 3966"/>
                  <a:gd name="T57" fmla="*/ 896 h 2366"/>
                  <a:gd name="T58" fmla="*/ 3908 w 3966"/>
                  <a:gd name="T59" fmla="*/ 733 h 2366"/>
                  <a:gd name="T60" fmla="*/ 3669 w 3966"/>
                  <a:gd name="T61" fmla="*/ 563 h 2366"/>
                  <a:gd name="T62" fmla="*/ 3817 w 3966"/>
                  <a:gd name="T63" fmla="*/ 210 h 2366"/>
                  <a:gd name="T64" fmla="*/ 3590 w 3966"/>
                  <a:gd name="T65" fmla="*/ 0 h 23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3966" h="2366">
                    <a:moveTo>
                      <a:pt x="1423" y="65"/>
                    </a:moveTo>
                    <a:lnTo>
                      <a:pt x="1148" y="262"/>
                    </a:lnTo>
                    <a:lnTo>
                      <a:pt x="934" y="216"/>
                    </a:lnTo>
                    <a:lnTo>
                      <a:pt x="529" y="314"/>
                    </a:lnTo>
                    <a:lnTo>
                      <a:pt x="174" y="327"/>
                    </a:lnTo>
                    <a:lnTo>
                      <a:pt x="0" y="628"/>
                    </a:lnTo>
                    <a:lnTo>
                      <a:pt x="91" y="726"/>
                    </a:lnTo>
                    <a:lnTo>
                      <a:pt x="231" y="654"/>
                    </a:lnTo>
                    <a:lnTo>
                      <a:pt x="430" y="687"/>
                    </a:lnTo>
                    <a:lnTo>
                      <a:pt x="504" y="850"/>
                    </a:lnTo>
                    <a:lnTo>
                      <a:pt x="347" y="1020"/>
                    </a:lnTo>
                    <a:lnTo>
                      <a:pt x="529" y="1144"/>
                    </a:lnTo>
                    <a:lnTo>
                      <a:pt x="727" y="1105"/>
                    </a:lnTo>
                    <a:lnTo>
                      <a:pt x="901" y="1216"/>
                    </a:lnTo>
                    <a:lnTo>
                      <a:pt x="1256" y="1229"/>
                    </a:lnTo>
                    <a:lnTo>
                      <a:pt x="1611" y="1425"/>
                    </a:lnTo>
                    <a:lnTo>
                      <a:pt x="1694" y="1673"/>
                    </a:lnTo>
                    <a:lnTo>
                      <a:pt x="1619" y="2118"/>
                    </a:lnTo>
                    <a:lnTo>
                      <a:pt x="1694" y="2268"/>
                    </a:lnTo>
                    <a:lnTo>
                      <a:pt x="2132" y="2242"/>
                    </a:lnTo>
                    <a:lnTo>
                      <a:pt x="2289" y="2366"/>
                    </a:lnTo>
                    <a:lnTo>
                      <a:pt x="2594" y="2046"/>
                    </a:lnTo>
                    <a:lnTo>
                      <a:pt x="2537" y="1817"/>
                    </a:lnTo>
                    <a:lnTo>
                      <a:pt x="2818" y="1673"/>
                    </a:lnTo>
                    <a:lnTo>
                      <a:pt x="3016" y="1719"/>
                    </a:lnTo>
                    <a:lnTo>
                      <a:pt x="3280" y="1615"/>
                    </a:lnTo>
                    <a:lnTo>
                      <a:pt x="3405" y="1174"/>
                    </a:lnTo>
                    <a:lnTo>
                      <a:pt x="3643" y="922"/>
                    </a:lnTo>
                    <a:lnTo>
                      <a:pt x="3966" y="896"/>
                    </a:lnTo>
                    <a:lnTo>
                      <a:pt x="3908" y="733"/>
                    </a:lnTo>
                    <a:lnTo>
                      <a:pt x="3669" y="563"/>
                    </a:lnTo>
                    <a:lnTo>
                      <a:pt x="3817" y="210"/>
                    </a:lnTo>
                    <a:lnTo>
                      <a:pt x="3590" y="0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1" name="Freeform 6">
                <a:extLst>
                  <a:ext uri="{FF2B5EF4-FFF2-40B4-BE49-F238E27FC236}">
                    <a16:creationId xmlns:a16="http://schemas.microsoft.com/office/drawing/2014/main" id="{5214966D-2F97-40D2-A391-26DD582CD55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0" y="1069"/>
                <a:ext cx="5732" cy="3107"/>
              </a:xfrm>
              <a:custGeom>
                <a:avLst/>
                <a:gdLst>
                  <a:gd name="T0" fmla="*/ 81 w 5732"/>
                  <a:gd name="T1" fmla="*/ 0 h 3107"/>
                  <a:gd name="T2" fmla="*/ 133 w 5732"/>
                  <a:gd name="T3" fmla="*/ 328 h 3107"/>
                  <a:gd name="T4" fmla="*/ 0 w 5732"/>
                  <a:gd name="T5" fmla="*/ 666 h 3107"/>
                  <a:gd name="T6" fmla="*/ 83 w 5732"/>
                  <a:gd name="T7" fmla="*/ 1221 h 3107"/>
                  <a:gd name="T8" fmla="*/ 413 w 5732"/>
                  <a:gd name="T9" fmla="*/ 1515 h 3107"/>
                  <a:gd name="T10" fmla="*/ 881 w 5732"/>
                  <a:gd name="T11" fmla="*/ 1700 h 3107"/>
                  <a:gd name="T12" fmla="*/ 1440 w 5732"/>
                  <a:gd name="T13" fmla="*/ 1651 h 3107"/>
                  <a:gd name="T14" fmla="*/ 1755 w 5732"/>
                  <a:gd name="T15" fmla="*/ 1940 h 3107"/>
                  <a:gd name="T16" fmla="*/ 1653 w 5732"/>
                  <a:gd name="T17" fmla="*/ 2126 h 3107"/>
                  <a:gd name="T18" fmla="*/ 1136 w 5732"/>
                  <a:gd name="T19" fmla="*/ 2142 h 3107"/>
                  <a:gd name="T20" fmla="*/ 911 w 5732"/>
                  <a:gd name="T21" fmla="*/ 2021 h 3107"/>
                  <a:gd name="T22" fmla="*/ 739 w 5732"/>
                  <a:gd name="T23" fmla="*/ 2142 h 3107"/>
                  <a:gd name="T24" fmla="*/ 954 w 5732"/>
                  <a:gd name="T25" fmla="*/ 2524 h 3107"/>
                  <a:gd name="T26" fmla="*/ 973 w 5732"/>
                  <a:gd name="T27" fmla="*/ 2905 h 3107"/>
                  <a:gd name="T28" fmla="*/ 1511 w 5732"/>
                  <a:gd name="T29" fmla="*/ 3107 h 3107"/>
                  <a:gd name="T30" fmla="*/ 1644 w 5732"/>
                  <a:gd name="T31" fmla="*/ 2922 h 3107"/>
                  <a:gd name="T32" fmla="*/ 2077 w 5732"/>
                  <a:gd name="T33" fmla="*/ 2797 h 3107"/>
                  <a:gd name="T34" fmla="*/ 2610 w 5732"/>
                  <a:gd name="T35" fmla="*/ 2962 h 3107"/>
                  <a:gd name="T36" fmla="*/ 3222 w 5732"/>
                  <a:gd name="T37" fmla="*/ 2812 h 3107"/>
                  <a:gd name="T38" fmla="*/ 3443 w 5732"/>
                  <a:gd name="T39" fmla="*/ 2922 h 3107"/>
                  <a:gd name="T40" fmla="*/ 3861 w 5732"/>
                  <a:gd name="T41" fmla="*/ 2648 h 3107"/>
                  <a:gd name="T42" fmla="*/ 4125 w 5732"/>
                  <a:gd name="T43" fmla="*/ 2311 h 3107"/>
                  <a:gd name="T44" fmla="*/ 4369 w 5732"/>
                  <a:gd name="T45" fmla="*/ 2318 h 3107"/>
                  <a:gd name="T46" fmla="*/ 4554 w 5732"/>
                  <a:gd name="T47" fmla="*/ 2445 h 3107"/>
                  <a:gd name="T48" fmla="*/ 5015 w 5732"/>
                  <a:gd name="T49" fmla="*/ 2142 h 3107"/>
                  <a:gd name="T50" fmla="*/ 5404 w 5732"/>
                  <a:gd name="T51" fmla="*/ 2185 h 3107"/>
                  <a:gd name="T52" fmla="*/ 5732 w 5732"/>
                  <a:gd name="T53" fmla="*/ 2069 h 3107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5732" h="3107">
                    <a:moveTo>
                      <a:pt x="81" y="0"/>
                    </a:moveTo>
                    <a:lnTo>
                      <a:pt x="133" y="328"/>
                    </a:lnTo>
                    <a:lnTo>
                      <a:pt x="0" y="666"/>
                    </a:lnTo>
                    <a:lnTo>
                      <a:pt x="83" y="1221"/>
                    </a:lnTo>
                    <a:lnTo>
                      <a:pt x="413" y="1515"/>
                    </a:lnTo>
                    <a:lnTo>
                      <a:pt x="881" y="1700"/>
                    </a:lnTo>
                    <a:lnTo>
                      <a:pt x="1440" y="1651"/>
                    </a:lnTo>
                    <a:lnTo>
                      <a:pt x="1755" y="1940"/>
                    </a:lnTo>
                    <a:lnTo>
                      <a:pt x="1653" y="2126"/>
                    </a:lnTo>
                    <a:lnTo>
                      <a:pt x="1136" y="2142"/>
                    </a:lnTo>
                    <a:lnTo>
                      <a:pt x="911" y="2021"/>
                    </a:lnTo>
                    <a:lnTo>
                      <a:pt x="739" y="2142"/>
                    </a:lnTo>
                    <a:lnTo>
                      <a:pt x="954" y="2524"/>
                    </a:lnTo>
                    <a:lnTo>
                      <a:pt x="973" y="2905"/>
                    </a:lnTo>
                    <a:lnTo>
                      <a:pt x="1511" y="3107"/>
                    </a:lnTo>
                    <a:lnTo>
                      <a:pt x="1644" y="2922"/>
                    </a:lnTo>
                    <a:lnTo>
                      <a:pt x="2077" y="2797"/>
                    </a:lnTo>
                    <a:lnTo>
                      <a:pt x="2610" y="2962"/>
                    </a:lnTo>
                    <a:lnTo>
                      <a:pt x="3222" y="2812"/>
                    </a:lnTo>
                    <a:lnTo>
                      <a:pt x="3443" y="2922"/>
                    </a:lnTo>
                    <a:lnTo>
                      <a:pt x="3861" y="2648"/>
                    </a:lnTo>
                    <a:lnTo>
                      <a:pt x="4125" y="2311"/>
                    </a:lnTo>
                    <a:lnTo>
                      <a:pt x="4369" y="2318"/>
                    </a:lnTo>
                    <a:lnTo>
                      <a:pt x="4554" y="2445"/>
                    </a:lnTo>
                    <a:lnTo>
                      <a:pt x="5015" y="2142"/>
                    </a:lnTo>
                    <a:lnTo>
                      <a:pt x="5404" y="2185"/>
                    </a:lnTo>
                    <a:lnTo>
                      <a:pt x="5732" y="206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2" name="Freeform 7">
                <a:extLst>
                  <a:ext uri="{FF2B5EF4-FFF2-40B4-BE49-F238E27FC236}">
                    <a16:creationId xmlns:a16="http://schemas.microsoft.com/office/drawing/2014/main" id="{C18F76BD-8611-49C7-8504-90D719BAC6D4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42" y="1145"/>
                <a:ext cx="5512" cy="2760"/>
              </a:xfrm>
              <a:custGeom>
                <a:avLst/>
                <a:gdLst>
                  <a:gd name="T0" fmla="*/ 240 w 5512"/>
                  <a:gd name="T1" fmla="*/ 0 h 2760"/>
                  <a:gd name="T2" fmla="*/ 0 w 5512"/>
                  <a:gd name="T3" fmla="*/ 336 h 2760"/>
                  <a:gd name="T4" fmla="*/ 82 w 5512"/>
                  <a:gd name="T5" fmla="*/ 821 h 2760"/>
                  <a:gd name="T6" fmla="*/ 243 w 5512"/>
                  <a:gd name="T7" fmla="*/ 873 h 2760"/>
                  <a:gd name="T8" fmla="*/ 473 w 5512"/>
                  <a:gd name="T9" fmla="*/ 1087 h 2760"/>
                  <a:gd name="T10" fmla="*/ 557 w 5512"/>
                  <a:gd name="T11" fmla="*/ 1441 h 2760"/>
                  <a:gd name="T12" fmla="*/ 839 w 5512"/>
                  <a:gd name="T13" fmla="*/ 1499 h 2760"/>
                  <a:gd name="T14" fmla="*/ 1258 w 5512"/>
                  <a:gd name="T15" fmla="*/ 1349 h 2760"/>
                  <a:gd name="T16" fmla="*/ 1307 w 5512"/>
                  <a:gd name="T17" fmla="*/ 1493 h 2760"/>
                  <a:gd name="T18" fmla="*/ 1621 w 5512"/>
                  <a:gd name="T19" fmla="*/ 1513 h 2760"/>
                  <a:gd name="T20" fmla="*/ 1862 w 5512"/>
                  <a:gd name="T21" fmla="*/ 1865 h 2760"/>
                  <a:gd name="T22" fmla="*/ 1668 w 5512"/>
                  <a:gd name="T23" fmla="*/ 2166 h 2760"/>
                  <a:gd name="T24" fmla="*/ 1308 w 5512"/>
                  <a:gd name="T25" fmla="*/ 2217 h 2760"/>
                  <a:gd name="T26" fmla="*/ 992 w 5512"/>
                  <a:gd name="T27" fmla="*/ 2172 h 2760"/>
                  <a:gd name="T28" fmla="*/ 903 w 5512"/>
                  <a:gd name="T29" fmla="*/ 2244 h 2760"/>
                  <a:gd name="T30" fmla="*/ 1008 w 5512"/>
                  <a:gd name="T31" fmla="*/ 2415 h 2760"/>
                  <a:gd name="T32" fmla="*/ 992 w 5512"/>
                  <a:gd name="T33" fmla="*/ 2538 h 2760"/>
                  <a:gd name="T34" fmla="*/ 1137 w 5512"/>
                  <a:gd name="T35" fmla="*/ 2760 h 2760"/>
                  <a:gd name="T36" fmla="*/ 1661 w 5512"/>
                  <a:gd name="T37" fmla="*/ 2623 h 2760"/>
                  <a:gd name="T38" fmla="*/ 1725 w 5512"/>
                  <a:gd name="T39" fmla="*/ 2492 h 2760"/>
                  <a:gd name="T40" fmla="*/ 1895 w 5512"/>
                  <a:gd name="T41" fmla="*/ 2551 h 2760"/>
                  <a:gd name="T42" fmla="*/ 2338 w 5512"/>
                  <a:gd name="T43" fmla="*/ 2448 h 2760"/>
                  <a:gd name="T44" fmla="*/ 2443 w 5512"/>
                  <a:gd name="T45" fmla="*/ 2714 h 2760"/>
                  <a:gd name="T46" fmla="*/ 2870 w 5512"/>
                  <a:gd name="T47" fmla="*/ 2541 h 2760"/>
                  <a:gd name="T48" fmla="*/ 3264 w 5512"/>
                  <a:gd name="T49" fmla="*/ 2591 h 2760"/>
                  <a:gd name="T50" fmla="*/ 3522 w 5512"/>
                  <a:gd name="T51" fmla="*/ 2427 h 2760"/>
                  <a:gd name="T52" fmla="*/ 3594 w 5512"/>
                  <a:gd name="T53" fmla="*/ 2081 h 2760"/>
                  <a:gd name="T54" fmla="*/ 4013 w 5512"/>
                  <a:gd name="T55" fmla="*/ 2087 h 2760"/>
                  <a:gd name="T56" fmla="*/ 4070 w 5512"/>
                  <a:gd name="T57" fmla="*/ 1924 h 2760"/>
                  <a:gd name="T58" fmla="*/ 4239 w 5512"/>
                  <a:gd name="T59" fmla="*/ 1931 h 2760"/>
                  <a:gd name="T60" fmla="*/ 4465 w 5512"/>
                  <a:gd name="T61" fmla="*/ 2094 h 2760"/>
                  <a:gd name="T62" fmla="*/ 4836 w 5512"/>
                  <a:gd name="T63" fmla="*/ 1814 h 2760"/>
                  <a:gd name="T64" fmla="*/ 5225 w 5512"/>
                  <a:gd name="T65" fmla="*/ 1785 h 2760"/>
                  <a:gd name="T66" fmla="*/ 5367 w 5512"/>
                  <a:gd name="T67" fmla="*/ 1571 h 2760"/>
                  <a:gd name="T68" fmla="*/ 5512 w 5512"/>
                  <a:gd name="T69" fmla="*/ 1585 h 2760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5512" h="2760">
                    <a:moveTo>
                      <a:pt x="240" y="0"/>
                    </a:moveTo>
                    <a:lnTo>
                      <a:pt x="0" y="336"/>
                    </a:lnTo>
                    <a:lnTo>
                      <a:pt x="82" y="821"/>
                    </a:lnTo>
                    <a:lnTo>
                      <a:pt x="243" y="873"/>
                    </a:lnTo>
                    <a:lnTo>
                      <a:pt x="473" y="1087"/>
                    </a:lnTo>
                    <a:lnTo>
                      <a:pt x="557" y="1441"/>
                    </a:lnTo>
                    <a:lnTo>
                      <a:pt x="839" y="1499"/>
                    </a:lnTo>
                    <a:lnTo>
                      <a:pt x="1258" y="1349"/>
                    </a:lnTo>
                    <a:lnTo>
                      <a:pt x="1307" y="1493"/>
                    </a:lnTo>
                    <a:lnTo>
                      <a:pt x="1621" y="1513"/>
                    </a:lnTo>
                    <a:lnTo>
                      <a:pt x="1862" y="1865"/>
                    </a:lnTo>
                    <a:lnTo>
                      <a:pt x="1668" y="2166"/>
                    </a:lnTo>
                    <a:lnTo>
                      <a:pt x="1308" y="2217"/>
                    </a:lnTo>
                    <a:lnTo>
                      <a:pt x="992" y="2172"/>
                    </a:lnTo>
                    <a:lnTo>
                      <a:pt x="903" y="2244"/>
                    </a:lnTo>
                    <a:lnTo>
                      <a:pt x="1008" y="2415"/>
                    </a:lnTo>
                    <a:lnTo>
                      <a:pt x="992" y="2538"/>
                    </a:lnTo>
                    <a:lnTo>
                      <a:pt x="1137" y="2760"/>
                    </a:lnTo>
                    <a:lnTo>
                      <a:pt x="1661" y="2623"/>
                    </a:lnTo>
                    <a:lnTo>
                      <a:pt x="1725" y="2492"/>
                    </a:lnTo>
                    <a:lnTo>
                      <a:pt x="1895" y="2551"/>
                    </a:lnTo>
                    <a:lnTo>
                      <a:pt x="2338" y="2448"/>
                    </a:lnTo>
                    <a:lnTo>
                      <a:pt x="2443" y="2714"/>
                    </a:lnTo>
                    <a:lnTo>
                      <a:pt x="2870" y="2541"/>
                    </a:lnTo>
                    <a:lnTo>
                      <a:pt x="3264" y="2591"/>
                    </a:lnTo>
                    <a:lnTo>
                      <a:pt x="3522" y="2427"/>
                    </a:lnTo>
                    <a:lnTo>
                      <a:pt x="3594" y="2081"/>
                    </a:lnTo>
                    <a:lnTo>
                      <a:pt x="4013" y="2087"/>
                    </a:lnTo>
                    <a:lnTo>
                      <a:pt x="4070" y="1924"/>
                    </a:lnTo>
                    <a:lnTo>
                      <a:pt x="4239" y="1931"/>
                    </a:lnTo>
                    <a:lnTo>
                      <a:pt x="4465" y="2094"/>
                    </a:lnTo>
                    <a:lnTo>
                      <a:pt x="4836" y="1814"/>
                    </a:lnTo>
                    <a:lnTo>
                      <a:pt x="5225" y="1785"/>
                    </a:lnTo>
                    <a:lnTo>
                      <a:pt x="5367" y="1571"/>
                    </a:lnTo>
                    <a:lnTo>
                      <a:pt x="5512" y="1585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3" name="Freeform 8">
                <a:extLst>
                  <a:ext uri="{FF2B5EF4-FFF2-40B4-BE49-F238E27FC236}">
                    <a16:creationId xmlns:a16="http://schemas.microsoft.com/office/drawing/2014/main" id="{C9879EC1-D9E3-4A66-A55A-DF45CCFFEA0B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840" y="984"/>
                <a:ext cx="790" cy="1189"/>
              </a:xfrm>
              <a:custGeom>
                <a:avLst/>
                <a:gdLst>
                  <a:gd name="T0" fmla="*/ 139 w 790"/>
                  <a:gd name="T1" fmla="*/ 0 h 1189"/>
                  <a:gd name="T2" fmla="*/ 210 w 790"/>
                  <a:gd name="T3" fmla="*/ 233 h 1189"/>
                  <a:gd name="T4" fmla="*/ 159 w 790"/>
                  <a:gd name="T5" fmla="*/ 643 h 1189"/>
                  <a:gd name="T6" fmla="*/ 454 w 790"/>
                  <a:gd name="T7" fmla="*/ 771 h 1189"/>
                  <a:gd name="T8" fmla="*/ 605 w 790"/>
                  <a:gd name="T9" fmla="*/ 1046 h 1189"/>
                  <a:gd name="T10" fmla="*/ 790 w 790"/>
                  <a:gd name="T11" fmla="*/ 1189 h 1189"/>
                  <a:gd name="T12" fmla="*/ 540 w 790"/>
                  <a:gd name="T13" fmla="*/ 1111 h 1189"/>
                  <a:gd name="T14" fmla="*/ 363 w 790"/>
                  <a:gd name="T15" fmla="*/ 883 h 1189"/>
                  <a:gd name="T16" fmla="*/ 139 w 790"/>
                  <a:gd name="T17" fmla="*/ 852 h 1189"/>
                  <a:gd name="T18" fmla="*/ 0 w 790"/>
                  <a:gd name="T19" fmla="*/ 499 h 1189"/>
                  <a:gd name="T20" fmla="*/ 48 w 790"/>
                  <a:gd name="T21" fmla="*/ 209 h 1189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790" h="1189">
                    <a:moveTo>
                      <a:pt x="139" y="0"/>
                    </a:moveTo>
                    <a:lnTo>
                      <a:pt x="210" y="233"/>
                    </a:lnTo>
                    <a:lnTo>
                      <a:pt x="159" y="643"/>
                    </a:lnTo>
                    <a:lnTo>
                      <a:pt x="454" y="771"/>
                    </a:lnTo>
                    <a:lnTo>
                      <a:pt x="605" y="1046"/>
                    </a:lnTo>
                    <a:lnTo>
                      <a:pt x="790" y="1189"/>
                    </a:lnTo>
                    <a:lnTo>
                      <a:pt x="540" y="1111"/>
                    </a:lnTo>
                    <a:lnTo>
                      <a:pt x="363" y="883"/>
                    </a:lnTo>
                    <a:lnTo>
                      <a:pt x="139" y="852"/>
                    </a:lnTo>
                    <a:lnTo>
                      <a:pt x="0" y="499"/>
                    </a:lnTo>
                    <a:lnTo>
                      <a:pt x="48" y="209"/>
                    </a:lnTo>
                  </a:path>
                </a:pathLst>
              </a:custGeom>
              <a:noFill/>
              <a:ln w="1524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4" name="Freeform 9">
                <a:extLst>
                  <a:ext uri="{FF2B5EF4-FFF2-40B4-BE49-F238E27FC236}">
                    <a16:creationId xmlns:a16="http://schemas.microsoft.com/office/drawing/2014/main" id="{D5A3E40C-43B6-49E8-BD03-B052088A432D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173" y="896"/>
                <a:ext cx="579" cy="1117"/>
              </a:xfrm>
              <a:custGeom>
                <a:avLst/>
                <a:gdLst>
                  <a:gd name="T0" fmla="*/ 0 w 579"/>
                  <a:gd name="T1" fmla="*/ 0 h 1117"/>
                  <a:gd name="T2" fmla="*/ 128 w 579"/>
                  <a:gd name="T3" fmla="*/ 328 h 1117"/>
                  <a:gd name="T4" fmla="*/ 9 w 579"/>
                  <a:gd name="T5" fmla="*/ 659 h 1117"/>
                  <a:gd name="T6" fmla="*/ 40 w 579"/>
                  <a:gd name="T7" fmla="*/ 763 h 1117"/>
                  <a:gd name="T8" fmla="*/ 234 w 579"/>
                  <a:gd name="T9" fmla="*/ 739 h 1117"/>
                  <a:gd name="T10" fmla="*/ 344 w 579"/>
                  <a:gd name="T11" fmla="*/ 1055 h 1117"/>
                  <a:gd name="T12" fmla="*/ 579 w 579"/>
                  <a:gd name="T13" fmla="*/ 1117 h 11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79" h="1117">
                    <a:moveTo>
                      <a:pt x="0" y="0"/>
                    </a:moveTo>
                    <a:lnTo>
                      <a:pt x="128" y="328"/>
                    </a:lnTo>
                    <a:lnTo>
                      <a:pt x="9" y="659"/>
                    </a:lnTo>
                    <a:lnTo>
                      <a:pt x="40" y="763"/>
                    </a:lnTo>
                    <a:lnTo>
                      <a:pt x="234" y="739"/>
                    </a:lnTo>
                    <a:lnTo>
                      <a:pt x="344" y="1055"/>
                    </a:lnTo>
                    <a:lnTo>
                      <a:pt x="579" y="1117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5" name="Freeform 10">
                <a:extLst>
                  <a:ext uri="{FF2B5EF4-FFF2-40B4-BE49-F238E27FC236}">
                    <a16:creationId xmlns:a16="http://schemas.microsoft.com/office/drawing/2014/main" id="{4A8D5265-E4C3-49AF-AAF3-051037AD613E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3291" y="968"/>
                <a:ext cx="2471" cy="2396"/>
              </a:xfrm>
              <a:custGeom>
                <a:avLst/>
                <a:gdLst>
                  <a:gd name="T0" fmla="*/ 1118 w 2471"/>
                  <a:gd name="T1" fmla="*/ 0 h 2396"/>
                  <a:gd name="T2" fmla="*/ 1179 w 2471"/>
                  <a:gd name="T3" fmla="*/ 225 h 2396"/>
                  <a:gd name="T4" fmla="*/ 1393 w 2471"/>
                  <a:gd name="T5" fmla="*/ 339 h 2396"/>
                  <a:gd name="T6" fmla="*/ 1404 w 2471"/>
                  <a:gd name="T7" fmla="*/ 548 h 2396"/>
                  <a:gd name="T8" fmla="*/ 1342 w 2471"/>
                  <a:gd name="T9" fmla="*/ 732 h 2396"/>
                  <a:gd name="T10" fmla="*/ 1434 w 2471"/>
                  <a:gd name="T11" fmla="*/ 925 h 2396"/>
                  <a:gd name="T12" fmla="*/ 1455 w 2471"/>
                  <a:gd name="T13" fmla="*/ 1109 h 2396"/>
                  <a:gd name="T14" fmla="*/ 1311 w 2471"/>
                  <a:gd name="T15" fmla="*/ 1142 h 2396"/>
                  <a:gd name="T16" fmla="*/ 926 w 2471"/>
                  <a:gd name="T17" fmla="*/ 1384 h 2396"/>
                  <a:gd name="T18" fmla="*/ 975 w 2471"/>
                  <a:gd name="T19" fmla="*/ 1456 h 2396"/>
                  <a:gd name="T20" fmla="*/ 956 w 2471"/>
                  <a:gd name="T21" fmla="*/ 1624 h 2396"/>
                  <a:gd name="T22" fmla="*/ 782 w 2471"/>
                  <a:gd name="T23" fmla="*/ 1817 h 2396"/>
                  <a:gd name="T24" fmla="*/ 539 w 2471"/>
                  <a:gd name="T25" fmla="*/ 1978 h 2396"/>
                  <a:gd name="T26" fmla="*/ 152 w 2471"/>
                  <a:gd name="T27" fmla="*/ 2026 h 2396"/>
                  <a:gd name="T28" fmla="*/ 19 w 2471"/>
                  <a:gd name="T29" fmla="*/ 2251 h 2396"/>
                  <a:gd name="T30" fmla="*/ 0 w 2471"/>
                  <a:gd name="T31" fmla="*/ 2396 h 2396"/>
                  <a:gd name="T32" fmla="*/ 213 w 2471"/>
                  <a:gd name="T33" fmla="*/ 2179 h 2396"/>
                  <a:gd name="T34" fmla="*/ 629 w 2471"/>
                  <a:gd name="T35" fmla="*/ 2090 h 2396"/>
                  <a:gd name="T36" fmla="*/ 894 w 2471"/>
                  <a:gd name="T37" fmla="*/ 1906 h 2396"/>
                  <a:gd name="T38" fmla="*/ 1230 w 2471"/>
                  <a:gd name="T39" fmla="*/ 1986 h 2396"/>
                  <a:gd name="T40" fmla="*/ 1668 w 2471"/>
                  <a:gd name="T41" fmla="*/ 1906 h 2396"/>
                  <a:gd name="T42" fmla="*/ 1983 w 2471"/>
                  <a:gd name="T43" fmla="*/ 1745 h 2396"/>
                  <a:gd name="T44" fmla="*/ 2014 w 2471"/>
                  <a:gd name="T45" fmla="*/ 1600 h 2396"/>
                  <a:gd name="T46" fmla="*/ 2237 w 2471"/>
                  <a:gd name="T47" fmla="*/ 1496 h 2396"/>
                  <a:gd name="T48" fmla="*/ 2359 w 2471"/>
                  <a:gd name="T49" fmla="*/ 1552 h 2396"/>
                  <a:gd name="T50" fmla="*/ 2471 w 2471"/>
                  <a:gd name="T51" fmla="*/ 1479 h 239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2471" h="2396">
                    <a:moveTo>
                      <a:pt x="1118" y="0"/>
                    </a:moveTo>
                    <a:lnTo>
                      <a:pt x="1179" y="225"/>
                    </a:lnTo>
                    <a:lnTo>
                      <a:pt x="1393" y="339"/>
                    </a:lnTo>
                    <a:lnTo>
                      <a:pt x="1404" y="548"/>
                    </a:lnTo>
                    <a:lnTo>
                      <a:pt x="1342" y="732"/>
                    </a:lnTo>
                    <a:lnTo>
                      <a:pt x="1434" y="925"/>
                    </a:lnTo>
                    <a:lnTo>
                      <a:pt x="1455" y="1109"/>
                    </a:lnTo>
                    <a:lnTo>
                      <a:pt x="1311" y="1142"/>
                    </a:lnTo>
                    <a:lnTo>
                      <a:pt x="926" y="1384"/>
                    </a:lnTo>
                    <a:lnTo>
                      <a:pt x="975" y="1456"/>
                    </a:lnTo>
                    <a:lnTo>
                      <a:pt x="956" y="1624"/>
                    </a:lnTo>
                    <a:lnTo>
                      <a:pt x="782" y="1817"/>
                    </a:lnTo>
                    <a:lnTo>
                      <a:pt x="539" y="1978"/>
                    </a:lnTo>
                    <a:lnTo>
                      <a:pt x="152" y="2026"/>
                    </a:lnTo>
                    <a:lnTo>
                      <a:pt x="19" y="2251"/>
                    </a:lnTo>
                    <a:lnTo>
                      <a:pt x="0" y="2396"/>
                    </a:lnTo>
                    <a:lnTo>
                      <a:pt x="213" y="2179"/>
                    </a:lnTo>
                    <a:lnTo>
                      <a:pt x="629" y="2090"/>
                    </a:lnTo>
                    <a:lnTo>
                      <a:pt x="894" y="1906"/>
                    </a:lnTo>
                    <a:lnTo>
                      <a:pt x="1230" y="1986"/>
                    </a:lnTo>
                    <a:lnTo>
                      <a:pt x="1668" y="1906"/>
                    </a:lnTo>
                    <a:lnTo>
                      <a:pt x="1983" y="1745"/>
                    </a:lnTo>
                    <a:lnTo>
                      <a:pt x="2014" y="1600"/>
                    </a:lnTo>
                    <a:lnTo>
                      <a:pt x="2237" y="1496"/>
                    </a:lnTo>
                    <a:lnTo>
                      <a:pt x="2359" y="1552"/>
                    </a:lnTo>
                    <a:lnTo>
                      <a:pt x="2471" y="1479"/>
                    </a:lnTo>
                  </a:path>
                </a:pathLst>
              </a:custGeom>
              <a:noFill/>
              <a:ln w="1651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6" name="Freeform 11">
                <a:extLst>
                  <a:ext uri="{FF2B5EF4-FFF2-40B4-BE49-F238E27FC236}">
                    <a16:creationId xmlns:a16="http://schemas.microsoft.com/office/drawing/2014/main" id="{78C27195-9C4A-451C-987F-0C15380FC48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366" y="1067"/>
                <a:ext cx="1399" cy="1349"/>
              </a:xfrm>
              <a:custGeom>
                <a:avLst/>
                <a:gdLst>
                  <a:gd name="T0" fmla="*/ 620 w 1399"/>
                  <a:gd name="T1" fmla="*/ 155 h 1349"/>
                  <a:gd name="T2" fmla="*/ 421 w 1399"/>
                  <a:gd name="T3" fmla="*/ 155 h 1349"/>
                  <a:gd name="T4" fmla="*/ 205 w 1399"/>
                  <a:gd name="T5" fmla="*/ 507 h 1349"/>
                  <a:gd name="T6" fmla="*/ 0 w 1399"/>
                  <a:gd name="T7" fmla="*/ 673 h 1349"/>
                  <a:gd name="T8" fmla="*/ 487 w 1399"/>
                  <a:gd name="T9" fmla="*/ 783 h 1349"/>
                  <a:gd name="T10" fmla="*/ 425 w 1399"/>
                  <a:gd name="T11" fmla="*/ 1009 h 1349"/>
                  <a:gd name="T12" fmla="*/ 617 w 1399"/>
                  <a:gd name="T13" fmla="*/ 1086 h 1349"/>
                  <a:gd name="T14" fmla="*/ 498 w 1399"/>
                  <a:gd name="T15" fmla="*/ 1349 h 1349"/>
                  <a:gd name="T16" fmla="*/ 961 w 1399"/>
                  <a:gd name="T17" fmla="*/ 1035 h 1349"/>
                  <a:gd name="T18" fmla="*/ 926 w 1399"/>
                  <a:gd name="T19" fmla="*/ 776 h 1349"/>
                  <a:gd name="T20" fmla="*/ 1181 w 1399"/>
                  <a:gd name="T21" fmla="*/ 749 h 1349"/>
                  <a:gd name="T22" fmla="*/ 1399 w 1399"/>
                  <a:gd name="T23" fmla="*/ 601 h 1349"/>
                  <a:gd name="T24" fmla="*/ 1315 w 1399"/>
                  <a:gd name="T25" fmla="*/ 416 h 1349"/>
                  <a:gd name="T26" fmla="*/ 1341 w 1399"/>
                  <a:gd name="T27" fmla="*/ 196 h 1349"/>
                  <a:gd name="T28" fmla="*/ 1171 w 1399"/>
                  <a:gd name="T29" fmla="*/ 164 h 1349"/>
                  <a:gd name="T30" fmla="*/ 928 w 1399"/>
                  <a:gd name="T31" fmla="*/ 0 h 1349"/>
                  <a:gd name="T32" fmla="*/ 620 w 1399"/>
                  <a:gd name="T33" fmla="*/ 155 h 13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399" h="1349">
                    <a:moveTo>
                      <a:pt x="620" y="155"/>
                    </a:moveTo>
                    <a:lnTo>
                      <a:pt x="421" y="155"/>
                    </a:lnTo>
                    <a:lnTo>
                      <a:pt x="205" y="507"/>
                    </a:lnTo>
                    <a:lnTo>
                      <a:pt x="0" y="673"/>
                    </a:lnTo>
                    <a:lnTo>
                      <a:pt x="487" y="783"/>
                    </a:lnTo>
                    <a:lnTo>
                      <a:pt x="425" y="1009"/>
                    </a:lnTo>
                    <a:lnTo>
                      <a:pt x="617" y="1086"/>
                    </a:lnTo>
                    <a:lnTo>
                      <a:pt x="498" y="1349"/>
                    </a:lnTo>
                    <a:lnTo>
                      <a:pt x="961" y="1035"/>
                    </a:lnTo>
                    <a:lnTo>
                      <a:pt x="926" y="776"/>
                    </a:lnTo>
                    <a:lnTo>
                      <a:pt x="1181" y="749"/>
                    </a:lnTo>
                    <a:lnTo>
                      <a:pt x="1399" y="601"/>
                    </a:lnTo>
                    <a:lnTo>
                      <a:pt x="1315" y="416"/>
                    </a:lnTo>
                    <a:lnTo>
                      <a:pt x="1341" y="196"/>
                    </a:lnTo>
                    <a:lnTo>
                      <a:pt x="1171" y="164"/>
                    </a:lnTo>
                    <a:lnTo>
                      <a:pt x="928" y="0"/>
                    </a:lnTo>
                    <a:lnTo>
                      <a:pt x="620" y="155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7" name="Freeform 12">
                <a:extLst>
                  <a:ext uri="{FF2B5EF4-FFF2-40B4-BE49-F238E27FC236}">
                    <a16:creationId xmlns:a16="http://schemas.microsoft.com/office/drawing/2014/main" id="{D323B777-67FA-4F21-8417-D79C1395295C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275" y="2031"/>
                <a:ext cx="1256" cy="810"/>
              </a:xfrm>
              <a:custGeom>
                <a:avLst/>
                <a:gdLst>
                  <a:gd name="T0" fmla="*/ 719 w 1256"/>
                  <a:gd name="T1" fmla="*/ 183 h 810"/>
                  <a:gd name="T2" fmla="*/ 760 w 1256"/>
                  <a:gd name="T3" fmla="*/ 33 h 810"/>
                  <a:gd name="T4" fmla="*/ 884 w 1256"/>
                  <a:gd name="T5" fmla="*/ 0 h 810"/>
                  <a:gd name="T6" fmla="*/ 983 w 1256"/>
                  <a:gd name="T7" fmla="*/ 78 h 810"/>
                  <a:gd name="T8" fmla="*/ 1082 w 1256"/>
                  <a:gd name="T9" fmla="*/ 248 h 810"/>
                  <a:gd name="T10" fmla="*/ 1256 w 1256"/>
                  <a:gd name="T11" fmla="*/ 229 h 810"/>
                  <a:gd name="T12" fmla="*/ 1248 w 1256"/>
                  <a:gd name="T13" fmla="*/ 359 h 810"/>
                  <a:gd name="T14" fmla="*/ 1016 w 1256"/>
                  <a:gd name="T15" fmla="*/ 431 h 810"/>
                  <a:gd name="T16" fmla="*/ 879 w 1256"/>
                  <a:gd name="T17" fmla="*/ 417 h 810"/>
                  <a:gd name="T18" fmla="*/ 719 w 1256"/>
                  <a:gd name="T19" fmla="*/ 481 h 810"/>
                  <a:gd name="T20" fmla="*/ 591 w 1256"/>
                  <a:gd name="T21" fmla="*/ 633 h 810"/>
                  <a:gd name="T22" fmla="*/ 423 w 1256"/>
                  <a:gd name="T23" fmla="*/ 537 h 810"/>
                  <a:gd name="T24" fmla="*/ 256 w 1256"/>
                  <a:gd name="T25" fmla="*/ 810 h 810"/>
                  <a:gd name="T26" fmla="*/ 66 w 1256"/>
                  <a:gd name="T27" fmla="*/ 764 h 810"/>
                  <a:gd name="T28" fmla="*/ 0 w 1256"/>
                  <a:gd name="T29" fmla="*/ 601 h 810"/>
                  <a:gd name="T30" fmla="*/ 157 w 1256"/>
                  <a:gd name="T31" fmla="*/ 483 h 810"/>
                  <a:gd name="T32" fmla="*/ 248 w 1256"/>
                  <a:gd name="T33" fmla="*/ 281 h 810"/>
                  <a:gd name="T34" fmla="*/ 438 w 1256"/>
                  <a:gd name="T35" fmla="*/ 150 h 810"/>
                  <a:gd name="T36" fmla="*/ 719 w 1256"/>
                  <a:gd name="T37" fmla="*/ 189 h 810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56" h="810">
                    <a:moveTo>
                      <a:pt x="719" y="183"/>
                    </a:moveTo>
                    <a:lnTo>
                      <a:pt x="760" y="33"/>
                    </a:lnTo>
                    <a:lnTo>
                      <a:pt x="884" y="0"/>
                    </a:lnTo>
                    <a:lnTo>
                      <a:pt x="983" y="78"/>
                    </a:lnTo>
                    <a:lnTo>
                      <a:pt x="1082" y="248"/>
                    </a:lnTo>
                    <a:lnTo>
                      <a:pt x="1256" y="229"/>
                    </a:lnTo>
                    <a:lnTo>
                      <a:pt x="1248" y="359"/>
                    </a:lnTo>
                    <a:lnTo>
                      <a:pt x="1016" y="431"/>
                    </a:lnTo>
                    <a:lnTo>
                      <a:pt x="879" y="417"/>
                    </a:lnTo>
                    <a:lnTo>
                      <a:pt x="719" y="481"/>
                    </a:lnTo>
                    <a:lnTo>
                      <a:pt x="591" y="633"/>
                    </a:lnTo>
                    <a:lnTo>
                      <a:pt x="423" y="537"/>
                    </a:lnTo>
                    <a:lnTo>
                      <a:pt x="256" y="810"/>
                    </a:lnTo>
                    <a:lnTo>
                      <a:pt x="66" y="764"/>
                    </a:lnTo>
                    <a:lnTo>
                      <a:pt x="0" y="601"/>
                    </a:lnTo>
                    <a:lnTo>
                      <a:pt x="157" y="483"/>
                    </a:lnTo>
                    <a:lnTo>
                      <a:pt x="248" y="281"/>
                    </a:lnTo>
                    <a:lnTo>
                      <a:pt x="438" y="150"/>
                    </a:lnTo>
                    <a:lnTo>
                      <a:pt x="719" y="189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8" name="Freeform 13">
                <a:extLst>
                  <a:ext uri="{FF2B5EF4-FFF2-40B4-BE49-F238E27FC236}">
                    <a16:creationId xmlns:a16="http://schemas.microsoft.com/office/drawing/2014/main" id="{8FFE8940-D635-4D44-A516-213D5D34F93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2914" y="3476"/>
                <a:ext cx="2848" cy="788"/>
              </a:xfrm>
              <a:custGeom>
                <a:avLst/>
                <a:gdLst>
                  <a:gd name="T0" fmla="*/ 2838 w 2848"/>
                  <a:gd name="T1" fmla="*/ 16 h 788"/>
                  <a:gd name="T2" fmla="*/ 2493 w 2848"/>
                  <a:gd name="T3" fmla="*/ 0 h 788"/>
                  <a:gd name="T4" fmla="*/ 2278 w 2848"/>
                  <a:gd name="T5" fmla="*/ 81 h 788"/>
                  <a:gd name="T6" fmla="*/ 1936 w 2848"/>
                  <a:gd name="T7" fmla="*/ 44 h 788"/>
                  <a:gd name="T8" fmla="*/ 1739 w 2848"/>
                  <a:gd name="T9" fmla="*/ 354 h 788"/>
                  <a:gd name="T10" fmla="*/ 1600 w 2848"/>
                  <a:gd name="T11" fmla="*/ 212 h 788"/>
                  <a:gd name="T12" fmla="*/ 1352 w 2848"/>
                  <a:gd name="T13" fmla="*/ 308 h 788"/>
                  <a:gd name="T14" fmla="*/ 1445 w 2848"/>
                  <a:gd name="T15" fmla="*/ 515 h 788"/>
                  <a:gd name="T16" fmla="*/ 1072 w 2848"/>
                  <a:gd name="T17" fmla="*/ 412 h 788"/>
                  <a:gd name="T18" fmla="*/ 888 w 2848"/>
                  <a:gd name="T19" fmla="*/ 540 h 788"/>
                  <a:gd name="T20" fmla="*/ 0 w 2848"/>
                  <a:gd name="T21" fmla="*/ 660 h 788"/>
                  <a:gd name="T22" fmla="*/ 288 w 2848"/>
                  <a:gd name="T23" fmla="*/ 788 h 788"/>
                  <a:gd name="T24" fmla="*/ 1040 w 2848"/>
                  <a:gd name="T25" fmla="*/ 676 h 788"/>
                  <a:gd name="T26" fmla="*/ 1272 w 2848"/>
                  <a:gd name="T27" fmla="*/ 748 h 788"/>
                  <a:gd name="T28" fmla="*/ 2096 w 2848"/>
                  <a:gd name="T29" fmla="*/ 691 h 788"/>
                  <a:gd name="T30" fmla="*/ 2320 w 2848"/>
                  <a:gd name="T31" fmla="*/ 748 h 788"/>
                  <a:gd name="T32" fmla="*/ 2456 w 2848"/>
                  <a:gd name="T33" fmla="*/ 596 h 788"/>
                  <a:gd name="T34" fmla="*/ 2712 w 2848"/>
                  <a:gd name="T35" fmla="*/ 716 h 788"/>
                  <a:gd name="T36" fmla="*/ 2716 w 2848"/>
                  <a:gd name="T37" fmla="*/ 339 h 788"/>
                  <a:gd name="T38" fmla="*/ 2848 w 2848"/>
                  <a:gd name="T39" fmla="*/ 258 h 78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2848" h="788">
                    <a:moveTo>
                      <a:pt x="2838" y="16"/>
                    </a:moveTo>
                    <a:lnTo>
                      <a:pt x="2493" y="0"/>
                    </a:lnTo>
                    <a:lnTo>
                      <a:pt x="2278" y="81"/>
                    </a:lnTo>
                    <a:lnTo>
                      <a:pt x="1936" y="44"/>
                    </a:lnTo>
                    <a:lnTo>
                      <a:pt x="1739" y="354"/>
                    </a:lnTo>
                    <a:lnTo>
                      <a:pt x="1600" y="212"/>
                    </a:lnTo>
                    <a:lnTo>
                      <a:pt x="1352" y="308"/>
                    </a:lnTo>
                    <a:lnTo>
                      <a:pt x="1445" y="515"/>
                    </a:lnTo>
                    <a:lnTo>
                      <a:pt x="1072" y="412"/>
                    </a:lnTo>
                    <a:lnTo>
                      <a:pt x="888" y="540"/>
                    </a:lnTo>
                    <a:lnTo>
                      <a:pt x="0" y="660"/>
                    </a:lnTo>
                    <a:lnTo>
                      <a:pt x="288" y="788"/>
                    </a:lnTo>
                    <a:lnTo>
                      <a:pt x="1040" y="676"/>
                    </a:lnTo>
                    <a:lnTo>
                      <a:pt x="1272" y="748"/>
                    </a:lnTo>
                    <a:lnTo>
                      <a:pt x="2096" y="691"/>
                    </a:lnTo>
                    <a:lnTo>
                      <a:pt x="2320" y="748"/>
                    </a:lnTo>
                    <a:lnTo>
                      <a:pt x="2456" y="596"/>
                    </a:lnTo>
                    <a:lnTo>
                      <a:pt x="2712" y="716"/>
                    </a:lnTo>
                    <a:lnTo>
                      <a:pt x="2716" y="339"/>
                    </a:lnTo>
                    <a:lnTo>
                      <a:pt x="2848" y="258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79" name="Freeform 14">
                <a:extLst>
                  <a:ext uri="{FF2B5EF4-FFF2-40B4-BE49-F238E27FC236}">
                    <a16:creationId xmlns:a16="http://schemas.microsoft.com/office/drawing/2014/main" id="{3511C23E-E286-4A89-8BC4-D5FE05DD4972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443" y="922"/>
                <a:ext cx="319" cy="854"/>
              </a:xfrm>
              <a:custGeom>
                <a:avLst/>
                <a:gdLst>
                  <a:gd name="T0" fmla="*/ 0 w 319"/>
                  <a:gd name="T1" fmla="*/ 0 h 854"/>
                  <a:gd name="T2" fmla="*/ 106 w 319"/>
                  <a:gd name="T3" fmla="*/ 313 h 854"/>
                  <a:gd name="T4" fmla="*/ 106 w 319"/>
                  <a:gd name="T5" fmla="*/ 634 h 854"/>
                  <a:gd name="T6" fmla="*/ 268 w 319"/>
                  <a:gd name="T7" fmla="*/ 854 h 854"/>
                  <a:gd name="T8" fmla="*/ 278 w 319"/>
                  <a:gd name="T9" fmla="*/ 577 h 854"/>
                  <a:gd name="T10" fmla="*/ 238 w 319"/>
                  <a:gd name="T11" fmla="*/ 400 h 854"/>
                  <a:gd name="T12" fmla="*/ 319 w 319"/>
                  <a:gd name="T13" fmla="*/ 240 h 85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9" h="854">
                    <a:moveTo>
                      <a:pt x="0" y="0"/>
                    </a:moveTo>
                    <a:lnTo>
                      <a:pt x="106" y="313"/>
                    </a:lnTo>
                    <a:lnTo>
                      <a:pt x="106" y="634"/>
                    </a:lnTo>
                    <a:lnTo>
                      <a:pt x="268" y="854"/>
                    </a:lnTo>
                    <a:lnTo>
                      <a:pt x="278" y="577"/>
                    </a:lnTo>
                    <a:lnTo>
                      <a:pt x="238" y="400"/>
                    </a:lnTo>
                    <a:lnTo>
                      <a:pt x="319" y="240"/>
                    </a:lnTo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80" name="Freeform 15">
                <a:extLst>
                  <a:ext uri="{FF2B5EF4-FFF2-40B4-BE49-F238E27FC236}">
                    <a16:creationId xmlns:a16="http://schemas.microsoft.com/office/drawing/2014/main" id="{A181BA33-7816-4831-8C0D-5BEFCD3F1538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4954" y="3568"/>
                <a:ext cx="646" cy="392"/>
              </a:xfrm>
              <a:custGeom>
                <a:avLst/>
                <a:gdLst>
                  <a:gd name="T0" fmla="*/ 504 w 646"/>
                  <a:gd name="T1" fmla="*/ 0 h 392"/>
                  <a:gd name="T2" fmla="*/ 320 w 646"/>
                  <a:gd name="T3" fmla="*/ 61 h 392"/>
                  <a:gd name="T4" fmla="*/ 238 w 646"/>
                  <a:gd name="T5" fmla="*/ 109 h 392"/>
                  <a:gd name="T6" fmla="*/ 144 w 646"/>
                  <a:gd name="T7" fmla="*/ 216 h 392"/>
                  <a:gd name="T8" fmla="*/ 0 w 646"/>
                  <a:gd name="T9" fmla="*/ 392 h 392"/>
                  <a:gd name="T10" fmla="*/ 360 w 646"/>
                  <a:gd name="T11" fmla="*/ 263 h 392"/>
                  <a:gd name="T12" fmla="*/ 432 w 646"/>
                  <a:gd name="T13" fmla="*/ 182 h 392"/>
                  <a:gd name="T14" fmla="*/ 646 w 646"/>
                  <a:gd name="T15" fmla="*/ 142 h 392"/>
                  <a:gd name="T16" fmla="*/ 504 w 646"/>
                  <a:gd name="T17" fmla="*/ 0 h 392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646" h="392">
                    <a:moveTo>
                      <a:pt x="504" y="0"/>
                    </a:moveTo>
                    <a:lnTo>
                      <a:pt x="320" y="61"/>
                    </a:lnTo>
                    <a:lnTo>
                      <a:pt x="238" y="109"/>
                    </a:lnTo>
                    <a:lnTo>
                      <a:pt x="144" y="216"/>
                    </a:lnTo>
                    <a:lnTo>
                      <a:pt x="0" y="392"/>
                    </a:lnTo>
                    <a:lnTo>
                      <a:pt x="360" y="263"/>
                    </a:lnTo>
                    <a:lnTo>
                      <a:pt x="432" y="182"/>
                    </a:lnTo>
                    <a:lnTo>
                      <a:pt x="646" y="142"/>
                    </a:lnTo>
                    <a:lnTo>
                      <a:pt x="504" y="0"/>
                    </a:lnTo>
                    <a:close/>
                  </a:path>
                </a:pathLst>
              </a:custGeom>
              <a:noFill/>
              <a:ln w="17780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81" name="Freeform 16">
                <a:extLst>
                  <a:ext uri="{FF2B5EF4-FFF2-40B4-BE49-F238E27FC236}">
                    <a16:creationId xmlns:a16="http://schemas.microsoft.com/office/drawing/2014/main" id="{1D44DDF5-8245-49FB-9FE5-63A1EDCB7D45}"/>
                  </a:ext>
                </a:extLst>
              </p:cNvPr>
              <p:cNvSpPr>
                <a:spLocks/>
              </p:cNvSpPr>
              <p:nvPr userDrawn="1"/>
            </p:nvSpPr>
            <p:spPr bwMode="hidden">
              <a:xfrm>
                <a:off x="50" y="2400"/>
                <a:ext cx="2736" cy="1920"/>
              </a:xfrm>
              <a:custGeom>
                <a:avLst/>
                <a:gdLst>
                  <a:gd name="T0" fmla="*/ 0 w 2736"/>
                  <a:gd name="T1" fmla="*/ 0 h 1920"/>
                  <a:gd name="T2" fmla="*/ 96 w 2736"/>
                  <a:gd name="T3" fmla="*/ 336 h 1920"/>
                  <a:gd name="T4" fmla="*/ 384 w 2736"/>
                  <a:gd name="T5" fmla="*/ 384 h 1920"/>
                  <a:gd name="T6" fmla="*/ 576 w 2736"/>
                  <a:gd name="T7" fmla="*/ 720 h 1920"/>
                  <a:gd name="T8" fmla="*/ 528 w 2736"/>
                  <a:gd name="T9" fmla="*/ 960 h 1920"/>
                  <a:gd name="T10" fmla="*/ 672 w 2736"/>
                  <a:gd name="T11" fmla="*/ 1104 h 1920"/>
                  <a:gd name="T12" fmla="*/ 576 w 2736"/>
                  <a:gd name="T13" fmla="*/ 1392 h 1920"/>
                  <a:gd name="T14" fmla="*/ 624 w 2736"/>
                  <a:gd name="T15" fmla="*/ 1632 h 1920"/>
                  <a:gd name="T16" fmla="*/ 1488 w 2736"/>
                  <a:gd name="T17" fmla="*/ 1872 h 1920"/>
                  <a:gd name="T18" fmla="*/ 1680 w 2736"/>
                  <a:gd name="T19" fmla="*/ 1728 h 1920"/>
                  <a:gd name="T20" fmla="*/ 2208 w 2736"/>
                  <a:gd name="T21" fmla="*/ 1728 h 1920"/>
                  <a:gd name="T22" fmla="*/ 2304 w 2736"/>
                  <a:gd name="T23" fmla="*/ 1632 h 1920"/>
                  <a:gd name="T24" fmla="*/ 2736 w 2736"/>
                  <a:gd name="T25" fmla="*/ 1872 h 1920"/>
                  <a:gd name="T26" fmla="*/ 2640 w 2736"/>
                  <a:gd name="T27" fmla="*/ 1920 h 1920"/>
                  <a:gd name="T28" fmla="*/ 2304 w 2736"/>
                  <a:gd name="T29" fmla="*/ 1824 h 1920"/>
                  <a:gd name="T30" fmla="*/ 2160 w 2736"/>
                  <a:gd name="T31" fmla="*/ 1872 h 1920"/>
                  <a:gd name="T32" fmla="*/ 1632 w 2736"/>
                  <a:gd name="T33" fmla="*/ 1920 h 1920"/>
                  <a:gd name="T34" fmla="*/ 1440 w 2736"/>
                  <a:gd name="T35" fmla="*/ 1920 h 1920"/>
                  <a:gd name="T36" fmla="*/ 480 w 2736"/>
                  <a:gd name="T37" fmla="*/ 1824 h 1920"/>
                  <a:gd name="T38" fmla="*/ 192 w 2736"/>
                  <a:gd name="T39" fmla="*/ 1872 h 1920"/>
                  <a:gd name="T40" fmla="*/ 96 w 2736"/>
                  <a:gd name="T41" fmla="*/ 1680 h 1920"/>
                  <a:gd name="T42" fmla="*/ 288 w 2736"/>
                  <a:gd name="T43" fmla="*/ 1440 h 1920"/>
                  <a:gd name="T44" fmla="*/ 336 w 2736"/>
                  <a:gd name="T45" fmla="*/ 1104 h 1920"/>
                  <a:gd name="T46" fmla="*/ 144 w 2736"/>
                  <a:gd name="T47" fmla="*/ 864 h 1920"/>
                  <a:gd name="T48" fmla="*/ 240 w 2736"/>
                  <a:gd name="T49" fmla="*/ 624 h 1920"/>
                  <a:gd name="T50" fmla="*/ 48 w 2736"/>
                  <a:gd name="T51" fmla="*/ 528 h 1920"/>
                  <a:gd name="T52" fmla="*/ 0 w 2736"/>
                  <a:gd name="T53" fmla="*/ 0 h 1920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</a:gdLst>
                <a:ahLst/>
                <a:cxnLst>
                  <a:cxn ang="T54">
                    <a:pos x="T0" y="T1"/>
                  </a:cxn>
                  <a:cxn ang="T55">
                    <a:pos x="T2" y="T3"/>
                  </a:cxn>
                  <a:cxn ang="T56">
                    <a:pos x="T4" y="T5"/>
                  </a:cxn>
                  <a:cxn ang="T57">
                    <a:pos x="T6" y="T7"/>
                  </a:cxn>
                  <a:cxn ang="T58">
                    <a:pos x="T8" y="T9"/>
                  </a:cxn>
                  <a:cxn ang="T59">
                    <a:pos x="T10" y="T11"/>
                  </a:cxn>
                  <a:cxn ang="T60">
                    <a:pos x="T12" y="T13"/>
                  </a:cxn>
                  <a:cxn ang="T61">
                    <a:pos x="T14" y="T15"/>
                  </a:cxn>
                  <a:cxn ang="T62">
                    <a:pos x="T16" y="T17"/>
                  </a:cxn>
                  <a:cxn ang="T63">
                    <a:pos x="T18" y="T19"/>
                  </a:cxn>
                  <a:cxn ang="T64">
                    <a:pos x="T20" y="T21"/>
                  </a:cxn>
                  <a:cxn ang="T65">
                    <a:pos x="T22" y="T23"/>
                  </a:cxn>
                  <a:cxn ang="T66">
                    <a:pos x="T24" y="T25"/>
                  </a:cxn>
                  <a:cxn ang="T67">
                    <a:pos x="T26" y="T27"/>
                  </a:cxn>
                  <a:cxn ang="T68">
                    <a:pos x="T28" y="T29"/>
                  </a:cxn>
                  <a:cxn ang="T69">
                    <a:pos x="T30" y="T31"/>
                  </a:cxn>
                  <a:cxn ang="T70">
                    <a:pos x="T32" y="T33"/>
                  </a:cxn>
                  <a:cxn ang="T71">
                    <a:pos x="T34" y="T35"/>
                  </a:cxn>
                  <a:cxn ang="T72">
                    <a:pos x="T36" y="T37"/>
                  </a:cxn>
                  <a:cxn ang="T73">
                    <a:pos x="T38" y="T39"/>
                  </a:cxn>
                  <a:cxn ang="T74">
                    <a:pos x="T40" y="T41"/>
                  </a:cxn>
                  <a:cxn ang="T75">
                    <a:pos x="T42" y="T43"/>
                  </a:cxn>
                  <a:cxn ang="T76">
                    <a:pos x="T44" y="T45"/>
                  </a:cxn>
                  <a:cxn ang="T77">
                    <a:pos x="T46" y="T47"/>
                  </a:cxn>
                  <a:cxn ang="T78">
                    <a:pos x="T48" y="T49"/>
                  </a:cxn>
                  <a:cxn ang="T79">
                    <a:pos x="T50" y="T51"/>
                  </a:cxn>
                  <a:cxn ang="T80">
                    <a:pos x="T52" y="T53"/>
                  </a:cxn>
                </a:cxnLst>
                <a:rect l="0" t="0" r="r" b="b"/>
                <a:pathLst>
                  <a:path w="2736" h="1920">
                    <a:moveTo>
                      <a:pt x="0" y="0"/>
                    </a:moveTo>
                    <a:lnTo>
                      <a:pt x="96" y="336"/>
                    </a:lnTo>
                    <a:lnTo>
                      <a:pt x="384" y="384"/>
                    </a:lnTo>
                    <a:lnTo>
                      <a:pt x="576" y="720"/>
                    </a:lnTo>
                    <a:lnTo>
                      <a:pt x="528" y="960"/>
                    </a:lnTo>
                    <a:lnTo>
                      <a:pt x="672" y="1104"/>
                    </a:lnTo>
                    <a:lnTo>
                      <a:pt x="576" y="1392"/>
                    </a:lnTo>
                    <a:lnTo>
                      <a:pt x="624" y="1632"/>
                    </a:lnTo>
                    <a:lnTo>
                      <a:pt x="1488" y="1872"/>
                    </a:lnTo>
                    <a:lnTo>
                      <a:pt x="1680" y="1728"/>
                    </a:lnTo>
                    <a:lnTo>
                      <a:pt x="2208" y="1728"/>
                    </a:lnTo>
                    <a:lnTo>
                      <a:pt x="2304" y="1632"/>
                    </a:lnTo>
                    <a:lnTo>
                      <a:pt x="2736" y="1872"/>
                    </a:lnTo>
                    <a:lnTo>
                      <a:pt x="2640" y="1920"/>
                    </a:lnTo>
                    <a:lnTo>
                      <a:pt x="2304" y="1824"/>
                    </a:lnTo>
                    <a:lnTo>
                      <a:pt x="2160" y="1872"/>
                    </a:lnTo>
                    <a:lnTo>
                      <a:pt x="1632" y="1920"/>
                    </a:lnTo>
                    <a:lnTo>
                      <a:pt x="1440" y="1920"/>
                    </a:lnTo>
                    <a:lnTo>
                      <a:pt x="480" y="1824"/>
                    </a:lnTo>
                    <a:lnTo>
                      <a:pt x="192" y="1872"/>
                    </a:lnTo>
                    <a:lnTo>
                      <a:pt x="96" y="1680"/>
                    </a:lnTo>
                    <a:lnTo>
                      <a:pt x="288" y="1440"/>
                    </a:lnTo>
                    <a:lnTo>
                      <a:pt x="336" y="1104"/>
                    </a:lnTo>
                    <a:lnTo>
                      <a:pt x="144" y="864"/>
                    </a:lnTo>
                    <a:lnTo>
                      <a:pt x="240" y="624"/>
                    </a:lnTo>
                    <a:lnTo>
                      <a:pt x="48" y="52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9525" cap="flat" cmpd="sng">
                <a:solidFill>
                  <a:schemeClr val="bg2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</p:grpSp>
        <p:grpSp>
          <p:nvGrpSpPr>
            <p:cNvPr id="1033" name="Group 17">
              <a:extLst>
                <a:ext uri="{FF2B5EF4-FFF2-40B4-BE49-F238E27FC236}">
                  <a16:creationId xmlns:a16="http://schemas.microsoft.com/office/drawing/2014/main" id="{3FD044A5-0193-4420-BC06-16683F05777B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0" y="2291"/>
              <a:ext cx="1385" cy="1702"/>
              <a:chOff x="0" y="2291"/>
              <a:chExt cx="1385" cy="1702"/>
            </a:xfrm>
          </p:grpSpPr>
          <p:sp>
            <p:nvSpPr>
              <p:cNvPr id="1034" name="Rectangle 18">
                <a:extLst>
                  <a:ext uri="{FF2B5EF4-FFF2-40B4-BE49-F238E27FC236}">
                    <a16:creationId xmlns:a16="http://schemas.microsoft.com/office/drawing/2014/main" id="{14748178-2BF0-49F6-946E-0429CE9D1A9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63" y="388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5" name="Rectangle 19">
                <a:extLst>
                  <a:ext uri="{FF2B5EF4-FFF2-40B4-BE49-F238E27FC236}">
                    <a16:creationId xmlns:a16="http://schemas.microsoft.com/office/drawing/2014/main" id="{B9CBE1FA-3145-44E3-BA38-74A43E44393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33" y="388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6" name="Rectangle 20">
                <a:extLst>
                  <a:ext uri="{FF2B5EF4-FFF2-40B4-BE49-F238E27FC236}">
                    <a16:creationId xmlns:a16="http://schemas.microsoft.com/office/drawing/2014/main" id="{B5729E4D-CB24-490A-A86A-B85B8E34B45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798887">
                <a:off x="7" y="387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7" name="Rectangle 21">
                <a:extLst>
                  <a:ext uri="{FF2B5EF4-FFF2-40B4-BE49-F238E27FC236}">
                    <a16:creationId xmlns:a16="http://schemas.microsoft.com/office/drawing/2014/main" id="{9B5D21FA-9C60-45E0-979D-DDB9A74BADD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209" y="388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8" name="Rectangle 22">
                <a:extLst>
                  <a:ext uri="{FF2B5EF4-FFF2-40B4-BE49-F238E27FC236}">
                    <a16:creationId xmlns:a16="http://schemas.microsoft.com/office/drawing/2014/main" id="{75083B36-04DB-476C-9714-AFD919A1ABF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99912">
                <a:off x="18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39" name="Rectangle 23">
                <a:extLst>
                  <a:ext uri="{FF2B5EF4-FFF2-40B4-BE49-F238E27FC236}">
                    <a16:creationId xmlns:a16="http://schemas.microsoft.com/office/drawing/2014/main" id="{07A13ED4-FB32-483E-815D-21BADE4F7F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50138">
                <a:off x="153" y="388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0" name="Rectangle 24">
                <a:extLst>
                  <a:ext uri="{FF2B5EF4-FFF2-40B4-BE49-F238E27FC236}">
                    <a16:creationId xmlns:a16="http://schemas.microsoft.com/office/drawing/2014/main" id="{DBE5C40A-070E-4A0C-8085-F98D79136E2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238076">
                <a:off x="123" y="388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1" name="Rectangle 25">
                <a:extLst>
                  <a:ext uri="{FF2B5EF4-FFF2-40B4-BE49-F238E27FC236}">
                    <a16:creationId xmlns:a16="http://schemas.microsoft.com/office/drawing/2014/main" id="{C11DA4B7-F1FC-4E3C-A94F-CBDF06329EF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63" y="386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2" name="Rectangle 26">
                <a:extLst>
                  <a:ext uri="{FF2B5EF4-FFF2-40B4-BE49-F238E27FC236}">
                    <a16:creationId xmlns:a16="http://schemas.microsoft.com/office/drawing/2014/main" id="{2BE96715-6BD2-4F90-AF87-BDE76BED71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380717">
                <a:off x="333" y="387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3" name="Rectangle 27">
                <a:extLst>
                  <a:ext uri="{FF2B5EF4-FFF2-40B4-BE49-F238E27FC236}">
                    <a16:creationId xmlns:a16="http://schemas.microsoft.com/office/drawing/2014/main" id="{C5A76564-8AAD-4E25-BB02-0651323025A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83200">
                <a:off x="303" y="387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4" name="Rectangle 28">
                <a:extLst>
                  <a:ext uri="{FF2B5EF4-FFF2-40B4-BE49-F238E27FC236}">
                    <a16:creationId xmlns:a16="http://schemas.microsoft.com/office/drawing/2014/main" id="{DDA3E972-4F16-4832-AC17-EE22BDA000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737625">
                <a:off x="271" y="3882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5" name="Rectangle 29">
                <a:extLst>
                  <a:ext uri="{FF2B5EF4-FFF2-40B4-BE49-F238E27FC236}">
                    <a16:creationId xmlns:a16="http://schemas.microsoft.com/office/drawing/2014/main" id="{82CBF405-A032-444E-8FA8-B4E09D2581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715477">
                <a:off x="517" y="382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6" name="Rectangle 30">
                <a:extLst>
                  <a:ext uri="{FF2B5EF4-FFF2-40B4-BE49-F238E27FC236}">
                    <a16:creationId xmlns:a16="http://schemas.microsoft.com/office/drawing/2014/main" id="{C6BFEDDB-1C4B-483B-BC6C-D4747710D17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86" y="38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7" name="Rectangle 31">
                <a:extLst>
                  <a:ext uri="{FF2B5EF4-FFF2-40B4-BE49-F238E27FC236}">
                    <a16:creationId xmlns:a16="http://schemas.microsoft.com/office/drawing/2014/main" id="{52575072-2D86-4EE8-B0FF-84D71EDBF9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924949">
                <a:off x="456" y="38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8" name="Rectangle 32">
                <a:extLst>
                  <a:ext uri="{FF2B5EF4-FFF2-40B4-BE49-F238E27FC236}">
                    <a16:creationId xmlns:a16="http://schemas.microsoft.com/office/drawing/2014/main" id="{2E6F6963-C366-4CBA-BAB4-CB7188A0D0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041352">
                <a:off x="427" y="385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49" name="Rectangle 33">
                <a:extLst>
                  <a:ext uri="{FF2B5EF4-FFF2-40B4-BE49-F238E27FC236}">
                    <a16:creationId xmlns:a16="http://schemas.microsoft.com/office/drawing/2014/main" id="{5B5B865A-67A0-4728-A7E0-70E1B33A8F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64" y="376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0" name="Rectangle 34">
                <a:extLst>
                  <a:ext uri="{FF2B5EF4-FFF2-40B4-BE49-F238E27FC236}">
                    <a16:creationId xmlns:a16="http://schemas.microsoft.com/office/drawing/2014/main" id="{54E916A7-14B3-415D-B537-44464482951A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634" y="378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1" name="Rectangle 35">
                <a:extLst>
                  <a:ext uri="{FF2B5EF4-FFF2-40B4-BE49-F238E27FC236}">
                    <a16:creationId xmlns:a16="http://schemas.microsoft.com/office/drawing/2014/main" id="{644BF57D-115D-4EC8-9B98-3AC086DB15D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104184">
                <a:off x="606" y="3790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2" name="Rectangle 36">
                <a:extLst>
                  <a:ext uri="{FF2B5EF4-FFF2-40B4-BE49-F238E27FC236}">
                    <a16:creationId xmlns:a16="http://schemas.microsoft.com/office/drawing/2014/main" id="{896149AF-14B9-4117-B0CA-CC211CA9D92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325343">
                <a:off x="575" y="380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3" name="Rectangle 37">
                <a:extLst>
                  <a:ext uri="{FF2B5EF4-FFF2-40B4-BE49-F238E27FC236}">
                    <a16:creationId xmlns:a16="http://schemas.microsoft.com/office/drawing/2014/main" id="{EB677547-2362-40D1-B1AE-873B733BC64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800" y="368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4" name="Rectangle 38">
                <a:extLst>
                  <a:ext uri="{FF2B5EF4-FFF2-40B4-BE49-F238E27FC236}">
                    <a16:creationId xmlns:a16="http://schemas.microsoft.com/office/drawing/2014/main" id="{BE03DF11-75D2-4F79-854E-1B44375651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72" y="369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5" name="Rectangle 39">
                <a:extLst>
                  <a:ext uri="{FF2B5EF4-FFF2-40B4-BE49-F238E27FC236}">
                    <a16:creationId xmlns:a16="http://schemas.microsoft.com/office/drawing/2014/main" id="{BD55B98B-F094-4E29-B547-3396A24A615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368036">
                <a:off x="746" y="37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6" name="Rectangle 40">
                <a:extLst>
                  <a:ext uri="{FF2B5EF4-FFF2-40B4-BE49-F238E27FC236}">
                    <a16:creationId xmlns:a16="http://schemas.microsoft.com/office/drawing/2014/main" id="{CE784A55-7EC6-4A2D-86E2-99F94902544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16889">
                <a:off x="717" y="373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7" name="Rectangle 41">
                <a:extLst>
                  <a:ext uri="{FF2B5EF4-FFF2-40B4-BE49-F238E27FC236}">
                    <a16:creationId xmlns:a16="http://schemas.microsoft.com/office/drawing/2014/main" id="{6149C6CA-9851-4113-82C7-F4D29500E08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923" y="358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8" name="Rectangle 42">
                <a:extLst>
                  <a:ext uri="{FF2B5EF4-FFF2-40B4-BE49-F238E27FC236}">
                    <a16:creationId xmlns:a16="http://schemas.microsoft.com/office/drawing/2014/main" id="{75F92785-D9E9-44F0-92C7-3CDE47B4DF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02266">
                <a:off x="899" y="360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59" name="Rectangle 43">
                <a:extLst>
                  <a:ext uri="{FF2B5EF4-FFF2-40B4-BE49-F238E27FC236}">
                    <a16:creationId xmlns:a16="http://schemas.microsoft.com/office/drawing/2014/main" id="{5846168E-C92A-4B0B-8E26-C8CF63ABC4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76" y="36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0" name="Rectangle 44">
                <a:extLst>
                  <a:ext uri="{FF2B5EF4-FFF2-40B4-BE49-F238E27FC236}">
                    <a16:creationId xmlns:a16="http://schemas.microsoft.com/office/drawing/2014/main" id="{E84D3950-741C-414E-9997-E49AA3676E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707562">
                <a:off x="850" y="3644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1" name="Rectangle 45">
                <a:extLst>
                  <a:ext uri="{FF2B5EF4-FFF2-40B4-BE49-F238E27FC236}">
                    <a16:creationId xmlns:a16="http://schemas.microsoft.com/office/drawing/2014/main" id="{3E3A1177-B723-4169-9C13-89EEBE1E69A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27" y="3473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2" name="Rectangle 46">
                <a:extLst>
                  <a:ext uri="{FF2B5EF4-FFF2-40B4-BE49-F238E27FC236}">
                    <a16:creationId xmlns:a16="http://schemas.microsoft.com/office/drawing/2014/main" id="{1DFD6FB8-8B65-4DC8-8658-126CD8A6B1E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5830">
                <a:off x="1009" y="3497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3" name="Rectangle 47">
                <a:extLst>
                  <a:ext uri="{FF2B5EF4-FFF2-40B4-BE49-F238E27FC236}">
                    <a16:creationId xmlns:a16="http://schemas.microsoft.com/office/drawing/2014/main" id="{9F0C39E0-9A19-4281-9EEE-C2C9C3D14A9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90" y="3519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4" name="Rectangle 48">
                <a:extLst>
                  <a:ext uri="{FF2B5EF4-FFF2-40B4-BE49-F238E27FC236}">
                    <a16:creationId xmlns:a16="http://schemas.microsoft.com/office/drawing/2014/main" id="{FEE46BED-793E-4003-AB8C-0C8085203C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788117">
                <a:off x="969" y="354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5" name="Rectangle 49">
                <a:extLst>
                  <a:ext uri="{FF2B5EF4-FFF2-40B4-BE49-F238E27FC236}">
                    <a16:creationId xmlns:a16="http://schemas.microsoft.com/office/drawing/2014/main" id="{F32C2C1B-ECE1-40D5-921E-02BD48CAE3E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13" y="3355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6" name="Rectangle 50">
                <a:extLst>
                  <a:ext uri="{FF2B5EF4-FFF2-40B4-BE49-F238E27FC236}">
                    <a16:creationId xmlns:a16="http://schemas.microsoft.com/office/drawing/2014/main" id="{90DA424B-7849-4167-A1DF-52A2240C223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841630">
                <a:off x="1100" y="337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7" name="Rectangle 51">
                <a:extLst>
                  <a:ext uri="{FF2B5EF4-FFF2-40B4-BE49-F238E27FC236}">
                    <a16:creationId xmlns:a16="http://schemas.microsoft.com/office/drawing/2014/main" id="{0A7368C3-0D5B-4E29-934D-32F17979851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86" y="3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8" name="Rectangle 52">
                <a:extLst>
                  <a:ext uri="{FF2B5EF4-FFF2-40B4-BE49-F238E27FC236}">
                    <a16:creationId xmlns:a16="http://schemas.microsoft.com/office/drawing/2014/main" id="{2BE469EB-D01D-4202-A4D8-E0504B248C4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308689">
                <a:off x="1064" y="3425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69" name="Rectangle 53">
                <a:extLst>
                  <a:ext uri="{FF2B5EF4-FFF2-40B4-BE49-F238E27FC236}">
                    <a16:creationId xmlns:a16="http://schemas.microsoft.com/office/drawing/2014/main" id="{245BBBB5-7C30-4EA8-88F0-B961FB92BB4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69913">
                <a:off x="1172" y="3225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0" name="Rectangle 54">
                <a:extLst>
                  <a:ext uri="{FF2B5EF4-FFF2-40B4-BE49-F238E27FC236}">
                    <a16:creationId xmlns:a16="http://schemas.microsoft.com/office/drawing/2014/main" id="{A73335B7-E5B2-4D4F-BB91-3FB22CF2F12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59869">
                <a:off x="1162" y="325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1" name="Rectangle 55">
                <a:extLst>
                  <a:ext uri="{FF2B5EF4-FFF2-40B4-BE49-F238E27FC236}">
                    <a16:creationId xmlns:a16="http://schemas.microsoft.com/office/drawing/2014/main" id="{F2BBD933-FE93-4B98-BABA-DFEE1DC9AD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54" y="327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2" name="Rectangle 56">
                <a:extLst>
                  <a:ext uri="{FF2B5EF4-FFF2-40B4-BE49-F238E27FC236}">
                    <a16:creationId xmlns:a16="http://schemas.microsoft.com/office/drawing/2014/main" id="{A7C17272-53A3-49E4-88E1-CFEAE61426D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734079">
                <a:off x="1141" y="330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3" name="Rectangle 57">
                <a:extLst>
                  <a:ext uri="{FF2B5EF4-FFF2-40B4-BE49-F238E27FC236}">
                    <a16:creationId xmlns:a16="http://schemas.microsoft.com/office/drawing/2014/main" id="{EBD39D0F-0FA3-4257-85E5-CC302931197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3905">
                <a:off x="1211" y="309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4" name="Rectangle 58">
                <a:extLst>
                  <a:ext uri="{FF2B5EF4-FFF2-40B4-BE49-F238E27FC236}">
                    <a16:creationId xmlns:a16="http://schemas.microsoft.com/office/drawing/2014/main" id="{A2E013FF-C9B3-4F26-8A89-A6D561C0263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1" y="312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5" name="Rectangle 59">
                <a:extLst>
                  <a:ext uri="{FF2B5EF4-FFF2-40B4-BE49-F238E27FC236}">
                    <a16:creationId xmlns:a16="http://schemas.microsoft.com/office/drawing/2014/main" id="{E2C2322A-5F52-4B4C-B273-3016E1464D2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">
                <a:off x="1200" y="3147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6" name="Rectangle 60">
                <a:extLst>
                  <a:ext uri="{FF2B5EF4-FFF2-40B4-BE49-F238E27FC236}">
                    <a16:creationId xmlns:a16="http://schemas.microsoft.com/office/drawing/2014/main" id="{191AFCE9-7536-4852-AADE-55BE9E53E37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14188">
                <a:off x="1189" y="3173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7" name="Rectangle 61">
                <a:extLst>
                  <a:ext uri="{FF2B5EF4-FFF2-40B4-BE49-F238E27FC236}">
                    <a16:creationId xmlns:a16="http://schemas.microsoft.com/office/drawing/2014/main" id="{7A67F882-2361-4EB7-9A1B-887DE9195D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2388">
                <a:off x="1219" y="296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8" name="Rectangle 62">
                <a:extLst>
                  <a:ext uri="{FF2B5EF4-FFF2-40B4-BE49-F238E27FC236}">
                    <a16:creationId xmlns:a16="http://schemas.microsoft.com/office/drawing/2014/main" id="{99B46330-F7C8-444B-8627-7723FB0F359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2991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79" name="Rectangle 63">
                <a:extLst>
                  <a:ext uri="{FF2B5EF4-FFF2-40B4-BE49-F238E27FC236}">
                    <a16:creationId xmlns:a16="http://schemas.microsoft.com/office/drawing/2014/main" id="{6EFBD8F2-F62C-426D-8035-D36639CAC1B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0400">
                <a:off x="1220" y="30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0" name="Rectangle 64">
                <a:extLst>
                  <a:ext uri="{FF2B5EF4-FFF2-40B4-BE49-F238E27FC236}">
                    <a16:creationId xmlns:a16="http://schemas.microsoft.com/office/drawing/2014/main" id="{2FE22897-11E4-4D9B-8654-6656AB7B1D7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70546">
                <a:off x="1219" y="3041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1" name="Rectangle 65">
                <a:extLst>
                  <a:ext uri="{FF2B5EF4-FFF2-40B4-BE49-F238E27FC236}">
                    <a16:creationId xmlns:a16="http://schemas.microsoft.com/office/drawing/2014/main" id="{3B8575FE-E54D-4219-8F39-481D30BAF65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32286">
                <a:off x="1207" y="2843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2" name="Rectangle 66">
                <a:extLst>
                  <a:ext uri="{FF2B5EF4-FFF2-40B4-BE49-F238E27FC236}">
                    <a16:creationId xmlns:a16="http://schemas.microsoft.com/office/drawing/2014/main" id="{4095984C-7E9D-429B-B96E-0529D3B6152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3" y="286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3" name="Rectangle 67">
                <a:extLst>
                  <a:ext uri="{FF2B5EF4-FFF2-40B4-BE49-F238E27FC236}">
                    <a16:creationId xmlns:a16="http://schemas.microsoft.com/office/drawing/2014/main" id="{989ABC69-7951-4142-B6C1-4F21B0F942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969272">
                <a:off x="1216" y="288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4" name="Rectangle 68">
                <a:extLst>
                  <a:ext uri="{FF2B5EF4-FFF2-40B4-BE49-F238E27FC236}">
                    <a16:creationId xmlns:a16="http://schemas.microsoft.com/office/drawing/2014/main" id="{49B28B90-A8D0-4780-9EC0-F1F45397AEF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806259">
                <a:off x="1219" y="291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5" name="Rectangle 69">
                <a:extLst>
                  <a:ext uri="{FF2B5EF4-FFF2-40B4-BE49-F238E27FC236}">
                    <a16:creationId xmlns:a16="http://schemas.microsoft.com/office/drawing/2014/main" id="{8AD0E723-11C8-4E9C-A95D-7C07A2EF3B0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543941">
                <a:off x="1165" y="272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6" name="Rectangle 70">
                <a:extLst>
                  <a:ext uri="{FF2B5EF4-FFF2-40B4-BE49-F238E27FC236}">
                    <a16:creationId xmlns:a16="http://schemas.microsoft.com/office/drawing/2014/main" id="{68368D4A-9A3D-4016-B37B-D8E2BFAC96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76" y="2752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7" name="Rectangle 71">
                <a:extLst>
                  <a:ext uri="{FF2B5EF4-FFF2-40B4-BE49-F238E27FC236}">
                    <a16:creationId xmlns:a16="http://schemas.microsoft.com/office/drawing/2014/main" id="{19DCA839-DE7F-49DE-8A1E-96D3A42958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84" y="277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8" name="Rectangle 72">
                <a:extLst>
                  <a:ext uri="{FF2B5EF4-FFF2-40B4-BE49-F238E27FC236}">
                    <a16:creationId xmlns:a16="http://schemas.microsoft.com/office/drawing/2014/main" id="{A5A2A9AD-3259-44EE-9C13-CAA49ED316C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341953">
                <a:off x="1194" y="279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89" name="Rectangle 73">
                <a:extLst>
                  <a:ext uri="{FF2B5EF4-FFF2-40B4-BE49-F238E27FC236}">
                    <a16:creationId xmlns:a16="http://schemas.microsoft.com/office/drawing/2014/main" id="{AC6EBD92-3FEE-4D50-B8FA-7DE2E43DA80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928746">
                <a:off x="1101" y="262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0" name="Rectangle 74">
                <a:extLst>
                  <a:ext uri="{FF2B5EF4-FFF2-40B4-BE49-F238E27FC236}">
                    <a16:creationId xmlns:a16="http://schemas.microsoft.com/office/drawing/2014/main" id="{F8C765F1-68A0-4B32-A233-E2AE753C3BD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44175">
                <a:off x="1114" y="2645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1" name="Rectangle 75">
                <a:extLst>
                  <a:ext uri="{FF2B5EF4-FFF2-40B4-BE49-F238E27FC236}">
                    <a16:creationId xmlns:a16="http://schemas.microsoft.com/office/drawing/2014/main" id="{063E4365-3D98-4117-91E3-53A8EB4591A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29" y="266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2" name="Rectangle 76">
                <a:extLst>
                  <a:ext uri="{FF2B5EF4-FFF2-40B4-BE49-F238E27FC236}">
                    <a16:creationId xmlns:a16="http://schemas.microsoft.com/office/drawing/2014/main" id="{94C838F8-E3D6-4F64-9CD2-8C6E6F0087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52383">
                <a:off x="1142" y="268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3" name="Rectangle 77">
                <a:extLst>
                  <a:ext uri="{FF2B5EF4-FFF2-40B4-BE49-F238E27FC236}">
                    <a16:creationId xmlns:a16="http://schemas.microsoft.com/office/drawing/2014/main" id="{FE111320-B38C-4BF8-9B4D-75DA1BABFAB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14" y="2538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4" name="Rectangle 78">
                <a:extLst>
                  <a:ext uri="{FF2B5EF4-FFF2-40B4-BE49-F238E27FC236}">
                    <a16:creationId xmlns:a16="http://schemas.microsoft.com/office/drawing/2014/main" id="{5668C89C-6306-4526-865E-77427DE435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35" y="255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5" name="Rectangle 79">
                <a:extLst>
                  <a:ext uri="{FF2B5EF4-FFF2-40B4-BE49-F238E27FC236}">
                    <a16:creationId xmlns:a16="http://schemas.microsoft.com/office/drawing/2014/main" id="{A4A84788-6B83-4A02-8ACE-9B34CA68A9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466736">
                <a:off x="1050" y="2574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6" name="Rectangle 80">
                <a:extLst>
                  <a:ext uri="{FF2B5EF4-FFF2-40B4-BE49-F238E27FC236}">
                    <a16:creationId xmlns:a16="http://schemas.microsoft.com/office/drawing/2014/main" id="{ACC12CA1-AED1-4786-B26E-08207B9AE2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342866">
                <a:off x="1068" y="2590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7" name="Freeform 81">
                <a:extLst>
                  <a:ext uri="{FF2B5EF4-FFF2-40B4-BE49-F238E27FC236}">
                    <a16:creationId xmlns:a16="http://schemas.microsoft.com/office/drawing/2014/main" id="{B4DB466B-C0C9-4432-A3B1-AE2FA309278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486" y="2563"/>
                <a:ext cx="180" cy="151"/>
              </a:xfrm>
              <a:custGeom>
                <a:avLst/>
                <a:gdLst>
                  <a:gd name="T0" fmla="*/ 0 w 180"/>
                  <a:gd name="T1" fmla="*/ 144 h 151"/>
                  <a:gd name="T2" fmla="*/ 28 w 180"/>
                  <a:gd name="T3" fmla="*/ 147 h 151"/>
                  <a:gd name="T4" fmla="*/ 64 w 180"/>
                  <a:gd name="T5" fmla="*/ 46 h 151"/>
                  <a:gd name="T6" fmla="*/ 94 w 180"/>
                  <a:gd name="T7" fmla="*/ 151 h 151"/>
                  <a:gd name="T8" fmla="*/ 129 w 180"/>
                  <a:gd name="T9" fmla="*/ 151 h 151"/>
                  <a:gd name="T10" fmla="*/ 180 w 180"/>
                  <a:gd name="T11" fmla="*/ 9 h 151"/>
                  <a:gd name="T12" fmla="*/ 148 w 180"/>
                  <a:gd name="T13" fmla="*/ 10 h 151"/>
                  <a:gd name="T14" fmla="*/ 112 w 180"/>
                  <a:gd name="T15" fmla="*/ 112 h 151"/>
                  <a:gd name="T16" fmla="*/ 79 w 180"/>
                  <a:gd name="T17" fmla="*/ 0 h 151"/>
                  <a:gd name="T18" fmla="*/ 48 w 180"/>
                  <a:gd name="T19" fmla="*/ 0 h 151"/>
                  <a:gd name="T20" fmla="*/ 0 w 180"/>
                  <a:gd name="T21" fmla="*/ 144 h 15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0" h="151">
                    <a:moveTo>
                      <a:pt x="0" y="144"/>
                    </a:moveTo>
                    <a:lnTo>
                      <a:pt x="28" y="147"/>
                    </a:lnTo>
                    <a:lnTo>
                      <a:pt x="64" y="46"/>
                    </a:lnTo>
                    <a:lnTo>
                      <a:pt x="94" y="151"/>
                    </a:lnTo>
                    <a:lnTo>
                      <a:pt x="129" y="151"/>
                    </a:lnTo>
                    <a:lnTo>
                      <a:pt x="180" y="9"/>
                    </a:lnTo>
                    <a:lnTo>
                      <a:pt x="148" y="10"/>
                    </a:lnTo>
                    <a:lnTo>
                      <a:pt x="112" y="112"/>
                    </a:lnTo>
                    <a:lnTo>
                      <a:pt x="79" y="0"/>
                    </a:lnTo>
                    <a:lnTo>
                      <a:pt x="48" y="0"/>
                    </a:lnTo>
                    <a:lnTo>
                      <a:pt x="0" y="144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098" name="Rectangle 82">
                <a:extLst>
                  <a:ext uri="{FF2B5EF4-FFF2-40B4-BE49-F238E27FC236}">
                    <a16:creationId xmlns:a16="http://schemas.microsoft.com/office/drawing/2014/main" id="{A12F26FB-280A-467A-A3FF-510106F9803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575641">
                <a:off x="-217" y="3138"/>
                <a:ext cx="122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099" name="Rectangle 83">
                <a:extLst>
                  <a:ext uri="{FF2B5EF4-FFF2-40B4-BE49-F238E27FC236}">
                    <a16:creationId xmlns:a16="http://schemas.microsoft.com/office/drawing/2014/main" id="{2339B92E-563D-4295-8BBF-11A197A2B51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38799">
                <a:off x="4" y="3146"/>
                <a:ext cx="103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0" name="Rectangle 84">
                <a:extLst>
                  <a:ext uri="{FF2B5EF4-FFF2-40B4-BE49-F238E27FC236}">
                    <a16:creationId xmlns:a16="http://schemas.microsoft.com/office/drawing/2014/main" id="{0DFA1205-A9B7-45CB-BE2E-40126856500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07" y="247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1" name="Rectangle 85">
                <a:extLst>
                  <a:ext uri="{FF2B5EF4-FFF2-40B4-BE49-F238E27FC236}">
                    <a16:creationId xmlns:a16="http://schemas.microsoft.com/office/drawing/2014/main" id="{9FDD0309-E90D-4871-864A-1A53319CB53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30" y="2486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2" name="Rectangle 86">
                <a:extLst>
                  <a:ext uri="{FF2B5EF4-FFF2-40B4-BE49-F238E27FC236}">
                    <a16:creationId xmlns:a16="http://schemas.microsoft.com/office/drawing/2014/main" id="{15CCF869-11E1-4FD6-BDC7-579D6BF1EE6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957028">
                <a:off x="954" y="2497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3" name="Rectangle 87">
                <a:extLst>
                  <a:ext uri="{FF2B5EF4-FFF2-40B4-BE49-F238E27FC236}">
                    <a16:creationId xmlns:a16="http://schemas.microsoft.com/office/drawing/2014/main" id="{F1A465A8-C29A-4FAE-B329-505BFBB8EBA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61033">
                <a:off x="974" y="2509"/>
                <a:ext cx="86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4" name="Rectangle 88">
                <a:extLst>
                  <a:ext uri="{FF2B5EF4-FFF2-40B4-BE49-F238E27FC236}">
                    <a16:creationId xmlns:a16="http://schemas.microsoft.com/office/drawing/2014/main" id="{F6985A3D-60E6-4108-9FAF-3B4EA55D617E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788" y="242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5" name="Rectangle 89">
                <a:extLst>
                  <a:ext uri="{FF2B5EF4-FFF2-40B4-BE49-F238E27FC236}">
                    <a16:creationId xmlns:a16="http://schemas.microsoft.com/office/drawing/2014/main" id="{AF66B2B8-93C9-4C58-8EC0-A110766350C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38503">
                <a:off x="815" y="2434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6" name="Rectangle 90">
                <a:extLst>
                  <a:ext uri="{FF2B5EF4-FFF2-40B4-BE49-F238E27FC236}">
                    <a16:creationId xmlns:a16="http://schemas.microsoft.com/office/drawing/2014/main" id="{51C52DEF-72CD-412C-A49F-669F05BB0DC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514633">
                <a:off x="837" y="2440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7" name="Rectangle 91">
                <a:extLst>
                  <a:ext uri="{FF2B5EF4-FFF2-40B4-BE49-F238E27FC236}">
                    <a16:creationId xmlns:a16="http://schemas.microsoft.com/office/drawing/2014/main" id="{6BBA1DD6-9980-4029-B23C-7A482ECE111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220799">
                <a:off x="862" y="2452"/>
                <a:ext cx="8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8" name="Rectangle 92">
                <a:extLst>
                  <a:ext uri="{FF2B5EF4-FFF2-40B4-BE49-F238E27FC236}">
                    <a16:creationId xmlns:a16="http://schemas.microsoft.com/office/drawing/2014/main" id="{4DAD1365-997D-4603-8437-E1E518AF5DD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338250">
                <a:off x="649" y="239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09" name="Rectangle 93">
                <a:extLst>
                  <a:ext uri="{FF2B5EF4-FFF2-40B4-BE49-F238E27FC236}">
                    <a16:creationId xmlns:a16="http://schemas.microsoft.com/office/drawing/2014/main" id="{8A9D0E06-D038-477A-B34C-79D6A013C25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677" y="240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0" name="Rectangle 94">
                <a:extLst>
                  <a:ext uri="{FF2B5EF4-FFF2-40B4-BE49-F238E27FC236}">
                    <a16:creationId xmlns:a16="http://schemas.microsoft.com/office/drawing/2014/main" id="{F4EAD5D7-29A3-45AF-821D-DE53D6BA14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50359">
                <a:off x="708" y="2406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1" name="Rectangle 95">
                <a:extLst>
                  <a:ext uri="{FF2B5EF4-FFF2-40B4-BE49-F238E27FC236}">
                    <a16:creationId xmlns:a16="http://schemas.microsoft.com/office/drawing/2014/main" id="{92CD5EEA-6AC6-4BFA-B76E-882A439446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989246">
                <a:off x="738" y="241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2" name="Rectangle 96">
                <a:extLst>
                  <a:ext uri="{FF2B5EF4-FFF2-40B4-BE49-F238E27FC236}">
                    <a16:creationId xmlns:a16="http://schemas.microsoft.com/office/drawing/2014/main" id="{9FA368D7-CE66-4681-8F4C-E55BACDBF47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862215">
                <a:off x="503" y="239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3" name="Rectangle 97">
                <a:extLst>
                  <a:ext uri="{FF2B5EF4-FFF2-40B4-BE49-F238E27FC236}">
                    <a16:creationId xmlns:a16="http://schemas.microsoft.com/office/drawing/2014/main" id="{BCE51DC0-5DE5-4F3B-9DC6-6FE1F7AA690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73370">
                <a:off x="534" y="2392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4" name="Rectangle 98">
                <a:extLst>
                  <a:ext uri="{FF2B5EF4-FFF2-40B4-BE49-F238E27FC236}">
                    <a16:creationId xmlns:a16="http://schemas.microsoft.com/office/drawing/2014/main" id="{A3A1346E-2DBA-466C-AF6E-4CD0D1EF7F1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646721">
                <a:off x="563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5" name="Rectangle 99">
                <a:extLst>
                  <a:ext uri="{FF2B5EF4-FFF2-40B4-BE49-F238E27FC236}">
                    <a16:creationId xmlns:a16="http://schemas.microsoft.com/office/drawing/2014/main" id="{B9C20E4F-C5C4-4D82-A9B7-5A9D9B382C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580623">
                <a:off x="595" y="2390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6" name="Rectangle 100">
                <a:extLst>
                  <a:ext uri="{FF2B5EF4-FFF2-40B4-BE49-F238E27FC236}">
                    <a16:creationId xmlns:a16="http://schemas.microsoft.com/office/drawing/2014/main" id="{19DF27E7-36E2-417A-86EE-703A3243DD0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95129">
                <a:off x="355" y="241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7" name="Rectangle 101">
                <a:extLst>
                  <a:ext uri="{FF2B5EF4-FFF2-40B4-BE49-F238E27FC236}">
                    <a16:creationId xmlns:a16="http://schemas.microsoft.com/office/drawing/2014/main" id="{2DB4931C-1CD2-4A56-9109-3D57490DD9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360484">
                <a:off x="385" y="2408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8" name="Rectangle 102">
                <a:extLst>
                  <a:ext uri="{FF2B5EF4-FFF2-40B4-BE49-F238E27FC236}">
                    <a16:creationId xmlns:a16="http://schemas.microsoft.com/office/drawing/2014/main" id="{72A89F9F-7083-479E-B0AD-6637D350F75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288939">
                <a:off x="419" y="2404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19" name="Rectangle 103">
                <a:extLst>
                  <a:ext uri="{FF2B5EF4-FFF2-40B4-BE49-F238E27FC236}">
                    <a16:creationId xmlns:a16="http://schemas.microsoft.com/office/drawing/2014/main" id="{F8205963-1172-41A4-9AB6-88F2B722008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164854">
                <a:off x="449" y="2400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0" name="Rectangle 104">
                <a:extLst>
                  <a:ext uri="{FF2B5EF4-FFF2-40B4-BE49-F238E27FC236}">
                    <a16:creationId xmlns:a16="http://schemas.microsoft.com/office/drawing/2014/main" id="{3FD01A73-FB26-4F2E-A3AF-1DD4263D99E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32163">
                <a:off x="206" y="245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1" name="Rectangle 105">
                <a:extLst>
                  <a:ext uri="{FF2B5EF4-FFF2-40B4-BE49-F238E27FC236}">
                    <a16:creationId xmlns:a16="http://schemas.microsoft.com/office/drawing/2014/main" id="{C10A5F39-D3D0-47D6-8577-21EB659E665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220433">
                <a:off x="237" y="24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2" name="Rectangle 106">
                <a:extLst>
                  <a:ext uri="{FF2B5EF4-FFF2-40B4-BE49-F238E27FC236}">
                    <a16:creationId xmlns:a16="http://schemas.microsoft.com/office/drawing/2014/main" id="{979905B4-58A7-49B2-93ED-776F4B28F3C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110943">
                <a:off x="266" y="243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3" name="Rectangle 107">
                <a:extLst>
                  <a:ext uri="{FF2B5EF4-FFF2-40B4-BE49-F238E27FC236}">
                    <a16:creationId xmlns:a16="http://schemas.microsoft.com/office/drawing/2014/main" id="{37BF2178-BF08-4C59-BAE5-9E0CCC740AD4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919570">
                <a:off x="293" y="2426"/>
                <a:ext cx="69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4" name="Rectangle 108">
                <a:extLst>
                  <a:ext uri="{FF2B5EF4-FFF2-40B4-BE49-F238E27FC236}">
                    <a16:creationId xmlns:a16="http://schemas.microsoft.com/office/drawing/2014/main" id="{58EBCF32-BDA3-4D4A-AF65-2187358686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376291">
                <a:off x="6" y="254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5" name="Rectangle 109">
                <a:extLst>
                  <a:ext uri="{FF2B5EF4-FFF2-40B4-BE49-F238E27FC236}">
                    <a16:creationId xmlns:a16="http://schemas.microsoft.com/office/drawing/2014/main" id="{9F5A6E59-EFC5-4442-83B0-F1A1AFBDF88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65" y="2516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6" name="Rectangle 110">
                <a:extLst>
                  <a:ext uri="{FF2B5EF4-FFF2-40B4-BE49-F238E27FC236}">
                    <a16:creationId xmlns:a16="http://schemas.microsoft.com/office/drawing/2014/main" id="{A5799ED0-E129-401B-8523-3595D921347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92" y="250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7" name="Rectangle 111">
                <a:extLst>
                  <a:ext uri="{FF2B5EF4-FFF2-40B4-BE49-F238E27FC236}">
                    <a16:creationId xmlns:a16="http://schemas.microsoft.com/office/drawing/2014/main" id="{C08AD42E-6F3C-4430-A537-0CA71D786D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802416">
                <a:off x="119" y="2492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8" name="Rectangle 112">
                <a:extLst>
                  <a:ext uri="{FF2B5EF4-FFF2-40B4-BE49-F238E27FC236}">
                    <a16:creationId xmlns:a16="http://schemas.microsoft.com/office/drawing/2014/main" id="{59CE014A-378E-4A72-80A1-B9AD23DE164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57704">
                <a:off x="150" y="2478"/>
                <a:ext cx="6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29" name="Rectangle 113">
                <a:extLst>
                  <a:ext uri="{FF2B5EF4-FFF2-40B4-BE49-F238E27FC236}">
                    <a16:creationId xmlns:a16="http://schemas.microsoft.com/office/drawing/2014/main" id="{38C68316-20BB-4572-ADD2-F6AD4D93010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0" y="3363"/>
                <a:ext cx="7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0" name="Rectangle 114">
                <a:extLst>
                  <a:ext uri="{FF2B5EF4-FFF2-40B4-BE49-F238E27FC236}">
                    <a16:creationId xmlns:a16="http://schemas.microsoft.com/office/drawing/2014/main" id="{35E15B16-61D1-45A3-9677-DA0B466C28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511" y="347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1" name="Rectangle 115">
                <a:extLst>
                  <a:ext uri="{FF2B5EF4-FFF2-40B4-BE49-F238E27FC236}">
                    <a16:creationId xmlns:a16="http://schemas.microsoft.com/office/drawing/2014/main" id="{1BCCD76D-32FA-42D2-B4A2-330AF5A5636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283992">
                <a:off x="35" y="2798"/>
                <a:ext cx="24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2" name="Rectangle 116">
                <a:extLst>
                  <a:ext uri="{FF2B5EF4-FFF2-40B4-BE49-F238E27FC236}">
                    <a16:creationId xmlns:a16="http://schemas.microsoft.com/office/drawing/2014/main" id="{D4CFC3A3-A46D-4FBB-AA7B-2671E707A8B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876771">
                <a:off x="700" y="2851"/>
                <a:ext cx="31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3" name="Rectangle 117">
                <a:extLst>
                  <a:ext uri="{FF2B5EF4-FFF2-40B4-BE49-F238E27FC236}">
                    <a16:creationId xmlns:a16="http://schemas.microsoft.com/office/drawing/2014/main" id="{C15C35D2-B8DD-4399-B4EA-008E0E9792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908516">
                <a:off x="200" y="3915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4" name="Rectangle 118">
                <a:extLst>
                  <a:ext uri="{FF2B5EF4-FFF2-40B4-BE49-F238E27FC236}">
                    <a16:creationId xmlns:a16="http://schemas.microsoft.com/office/drawing/2014/main" id="{E37D7B2D-EA7F-4101-83E1-4959F16FEB5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683973">
                <a:off x="45" y="3915"/>
                <a:ext cx="144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5" name="Rectangle 119">
                <a:extLst>
                  <a:ext uri="{FF2B5EF4-FFF2-40B4-BE49-F238E27FC236}">
                    <a16:creationId xmlns:a16="http://schemas.microsoft.com/office/drawing/2014/main" id="{AD266046-CEDF-484A-9EF7-7A407150963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5245609">
                <a:off x="361" y="389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6" name="Rectangle 120">
                <a:extLst>
                  <a:ext uri="{FF2B5EF4-FFF2-40B4-BE49-F238E27FC236}">
                    <a16:creationId xmlns:a16="http://schemas.microsoft.com/office/drawing/2014/main" id="{F7777315-6BF4-45B6-87F4-CF3C64432D5F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4500520">
                <a:off x="522" y="3847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7" name="Rectangle 121">
                <a:extLst>
                  <a:ext uri="{FF2B5EF4-FFF2-40B4-BE49-F238E27FC236}">
                    <a16:creationId xmlns:a16="http://schemas.microsoft.com/office/drawing/2014/main" id="{665FF762-64EA-4C06-A375-7E4E364C5AC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805227">
                <a:off x="670" y="377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8" name="Rectangle 122">
                <a:extLst>
                  <a:ext uri="{FF2B5EF4-FFF2-40B4-BE49-F238E27FC236}">
                    <a16:creationId xmlns:a16="http://schemas.microsoft.com/office/drawing/2014/main" id="{A3AE4A3D-28F9-434A-A0BB-2944F755104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3060138">
                <a:off x="813" y="3688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39" name="Rectangle 123">
                <a:extLst>
                  <a:ext uri="{FF2B5EF4-FFF2-40B4-BE49-F238E27FC236}">
                    <a16:creationId xmlns:a16="http://schemas.microsoft.com/office/drawing/2014/main" id="{41D48EDF-9CC6-4887-980F-2FCB1393159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090281">
                <a:off x="938" y="3582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0" name="Rectangle 124">
                <a:extLst>
                  <a:ext uri="{FF2B5EF4-FFF2-40B4-BE49-F238E27FC236}">
                    <a16:creationId xmlns:a16="http://schemas.microsoft.com/office/drawing/2014/main" id="{61F911FD-DD7B-48F3-9C5C-A087A34C6CA3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168347">
                <a:off x="-18" y="2506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1" name="Rectangle 125">
                <a:extLst>
                  <a:ext uri="{FF2B5EF4-FFF2-40B4-BE49-F238E27FC236}">
                    <a16:creationId xmlns:a16="http://schemas.microsoft.com/office/drawing/2014/main" id="{C9411417-0DAD-426C-9E7D-7E94CAD06067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6406501">
                <a:off x="136" y="2433"/>
                <a:ext cx="132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2" name="Rectangle 126">
                <a:extLst>
                  <a:ext uri="{FF2B5EF4-FFF2-40B4-BE49-F238E27FC236}">
                    <a16:creationId xmlns:a16="http://schemas.microsoft.com/office/drawing/2014/main" id="{A5219C72-7891-4C15-A852-B6CA88072AF5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970620">
                <a:off x="447" y="2364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3" name="Rectangle 127">
                <a:extLst>
                  <a:ext uri="{FF2B5EF4-FFF2-40B4-BE49-F238E27FC236}">
                    <a16:creationId xmlns:a16="http://schemas.microsoft.com/office/drawing/2014/main" id="{B554C135-8321-4903-A45F-3CAFE37D431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4298502">
                <a:off x="597" y="2360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4" name="Rectangle 128">
                <a:extLst>
                  <a:ext uri="{FF2B5EF4-FFF2-40B4-BE49-F238E27FC236}">
                    <a16:creationId xmlns:a16="http://schemas.microsoft.com/office/drawing/2014/main" id="{BC0DDB82-C753-464C-9839-DAC1EBD98F8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676305">
                <a:off x="739" y="2386"/>
                <a:ext cx="155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5" name="Rectangle 129">
                <a:extLst>
                  <a:ext uri="{FF2B5EF4-FFF2-40B4-BE49-F238E27FC236}">
                    <a16:creationId xmlns:a16="http://schemas.microsoft.com/office/drawing/2014/main" id="{09CFF198-7AA9-4E43-B332-0192798379B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3188616">
                <a:off x="869" y="24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6" name="Rectangle 130">
                <a:extLst>
                  <a:ext uri="{FF2B5EF4-FFF2-40B4-BE49-F238E27FC236}">
                    <a16:creationId xmlns:a16="http://schemas.microsoft.com/office/drawing/2014/main" id="{7E3A7BEF-8D57-4CD2-9845-48C17E9177BC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610246">
                <a:off x="984" y="2497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7" name="Rectangle 131">
                <a:extLst>
                  <a:ext uri="{FF2B5EF4-FFF2-40B4-BE49-F238E27FC236}">
                    <a16:creationId xmlns:a16="http://schemas.microsoft.com/office/drawing/2014/main" id="{F7533002-A84C-493F-AF98-C8B889A8B24B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190008">
                <a:off x="1075" y="2585"/>
                <a:ext cx="173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8" name="Rectangle 132">
                <a:extLst>
                  <a:ext uri="{FF2B5EF4-FFF2-40B4-BE49-F238E27FC236}">
                    <a16:creationId xmlns:a16="http://schemas.microsoft.com/office/drawing/2014/main" id="{20D83E14-3C0C-4681-AEAA-D81F8263982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728558">
                <a:off x="1147" y="2688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49" name="Rectangle 133">
                <a:extLst>
                  <a:ext uri="{FF2B5EF4-FFF2-40B4-BE49-F238E27FC236}">
                    <a16:creationId xmlns:a16="http://schemas.microsoft.com/office/drawing/2014/main" id="{1287CBA6-E5A8-492B-9AE6-03FE9796B95D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172118">
                <a:off x="1198" y="2805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0" name="Rectangle 134">
                <a:extLst>
                  <a:ext uri="{FF2B5EF4-FFF2-40B4-BE49-F238E27FC236}">
                    <a16:creationId xmlns:a16="http://schemas.microsoft.com/office/drawing/2014/main" id="{E34CC144-CC44-47FD-B529-BE5D9A811EB8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753845">
                <a:off x="1218" y="2930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1" name="Rectangle 135">
                <a:extLst>
                  <a:ext uri="{FF2B5EF4-FFF2-40B4-BE49-F238E27FC236}">
                    <a16:creationId xmlns:a16="http://schemas.microsoft.com/office/drawing/2014/main" id="{E8CB2E7F-F7E9-4A63-9C17-0002B1951C96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287823">
                <a:off x="1213" y="3066"/>
                <a:ext cx="167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2" name="Rectangle 136">
                <a:extLst>
                  <a:ext uri="{FF2B5EF4-FFF2-40B4-BE49-F238E27FC236}">
                    <a16:creationId xmlns:a16="http://schemas.microsoft.com/office/drawing/2014/main" id="{EDAF1829-52E5-4DBE-A193-A43570D732F9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696741">
                <a:off x="1126" y="3337"/>
                <a:ext cx="15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3" name="Rectangle 137">
                <a:extLst>
                  <a:ext uri="{FF2B5EF4-FFF2-40B4-BE49-F238E27FC236}">
                    <a16:creationId xmlns:a16="http://schemas.microsoft.com/office/drawing/2014/main" id="{3DADAC07-34F9-4422-BA3F-83BC1055131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1529990">
                <a:off x="1041" y="3465"/>
                <a:ext cx="140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54" name="Freeform 138">
                <a:extLst>
                  <a:ext uri="{FF2B5EF4-FFF2-40B4-BE49-F238E27FC236}">
                    <a16:creationId xmlns:a16="http://schemas.microsoft.com/office/drawing/2014/main" id="{E8164541-3E60-4DCE-9ACE-061552D16AC0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50" y="3136"/>
                <a:ext cx="204" cy="120"/>
              </a:xfrm>
              <a:custGeom>
                <a:avLst/>
                <a:gdLst>
                  <a:gd name="T0" fmla="*/ 168 w 204"/>
                  <a:gd name="T1" fmla="*/ 120 h 120"/>
                  <a:gd name="T2" fmla="*/ 204 w 204"/>
                  <a:gd name="T3" fmla="*/ 12 h 120"/>
                  <a:gd name="T4" fmla="*/ 42 w 204"/>
                  <a:gd name="T5" fmla="*/ 0 h 120"/>
                  <a:gd name="T6" fmla="*/ 0 w 204"/>
                  <a:gd name="T7" fmla="*/ 108 h 120"/>
                  <a:gd name="T8" fmla="*/ 30 w 204"/>
                  <a:gd name="T9" fmla="*/ 114 h 120"/>
                  <a:gd name="T10" fmla="*/ 60 w 204"/>
                  <a:gd name="T11" fmla="*/ 30 h 120"/>
                  <a:gd name="T12" fmla="*/ 102 w 204"/>
                  <a:gd name="T13" fmla="*/ 36 h 120"/>
                  <a:gd name="T14" fmla="*/ 78 w 204"/>
                  <a:gd name="T15" fmla="*/ 108 h 120"/>
                  <a:gd name="T16" fmla="*/ 102 w 204"/>
                  <a:gd name="T17" fmla="*/ 108 h 120"/>
                  <a:gd name="T18" fmla="*/ 132 w 204"/>
                  <a:gd name="T19" fmla="*/ 36 h 120"/>
                  <a:gd name="T20" fmla="*/ 162 w 204"/>
                  <a:gd name="T21" fmla="*/ 36 h 120"/>
                  <a:gd name="T22" fmla="*/ 138 w 204"/>
                  <a:gd name="T23" fmla="*/ 114 h 120"/>
                  <a:gd name="T24" fmla="*/ 168 w 204"/>
                  <a:gd name="T25" fmla="*/ 12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204" h="120">
                    <a:moveTo>
                      <a:pt x="168" y="120"/>
                    </a:moveTo>
                    <a:lnTo>
                      <a:pt x="204" y="12"/>
                    </a:lnTo>
                    <a:lnTo>
                      <a:pt x="42" y="0"/>
                    </a:lnTo>
                    <a:lnTo>
                      <a:pt x="0" y="108"/>
                    </a:lnTo>
                    <a:lnTo>
                      <a:pt x="30" y="114"/>
                    </a:lnTo>
                    <a:lnTo>
                      <a:pt x="60" y="30"/>
                    </a:lnTo>
                    <a:lnTo>
                      <a:pt x="102" y="36"/>
                    </a:lnTo>
                    <a:lnTo>
                      <a:pt x="78" y="108"/>
                    </a:lnTo>
                    <a:lnTo>
                      <a:pt x="102" y="108"/>
                    </a:lnTo>
                    <a:lnTo>
                      <a:pt x="132" y="36"/>
                    </a:lnTo>
                    <a:lnTo>
                      <a:pt x="162" y="36"/>
                    </a:lnTo>
                    <a:lnTo>
                      <a:pt x="138" y="114"/>
                    </a:lnTo>
                    <a:lnTo>
                      <a:pt x="168" y="12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5" name="Freeform 139">
                <a:extLst>
                  <a:ext uri="{FF2B5EF4-FFF2-40B4-BE49-F238E27FC236}">
                    <a16:creationId xmlns:a16="http://schemas.microsoft.com/office/drawing/2014/main" id="{35FDFDFA-28FC-4D03-806F-B59C7A5E606D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9" y="2722"/>
                <a:ext cx="90" cy="78"/>
              </a:xfrm>
              <a:custGeom>
                <a:avLst/>
                <a:gdLst>
                  <a:gd name="T0" fmla="*/ 66 w 90"/>
                  <a:gd name="T1" fmla="*/ 36 h 78"/>
                  <a:gd name="T2" fmla="*/ 66 w 90"/>
                  <a:gd name="T3" fmla="*/ 36 h 78"/>
                  <a:gd name="T4" fmla="*/ 18 w 90"/>
                  <a:gd name="T5" fmla="*/ 24 h 78"/>
                  <a:gd name="T6" fmla="*/ 0 w 90"/>
                  <a:gd name="T7" fmla="*/ 30 h 78"/>
                  <a:gd name="T8" fmla="*/ 36 w 90"/>
                  <a:gd name="T9" fmla="*/ 78 h 78"/>
                  <a:gd name="T10" fmla="*/ 48 w 90"/>
                  <a:gd name="T11" fmla="*/ 72 h 78"/>
                  <a:gd name="T12" fmla="*/ 24 w 90"/>
                  <a:gd name="T13" fmla="*/ 36 h 78"/>
                  <a:gd name="T14" fmla="*/ 24 w 90"/>
                  <a:gd name="T15" fmla="*/ 36 h 78"/>
                  <a:gd name="T16" fmla="*/ 72 w 90"/>
                  <a:gd name="T17" fmla="*/ 54 h 78"/>
                  <a:gd name="T18" fmla="*/ 90 w 90"/>
                  <a:gd name="T19" fmla="*/ 42 h 78"/>
                  <a:gd name="T20" fmla="*/ 54 w 90"/>
                  <a:gd name="T21" fmla="*/ 0 h 78"/>
                  <a:gd name="T22" fmla="*/ 42 w 90"/>
                  <a:gd name="T23" fmla="*/ 6 h 78"/>
                  <a:gd name="T24" fmla="*/ 66 w 90"/>
                  <a:gd name="T25" fmla="*/ 36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8">
                    <a:moveTo>
                      <a:pt x="66" y="36"/>
                    </a:moveTo>
                    <a:lnTo>
                      <a:pt x="66" y="36"/>
                    </a:lnTo>
                    <a:lnTo>
                      <a:pt x="18" y="24"/>
                    </a:lnTo>
                    <a:lnTo>
                      <a:pt x="0" y="30"/>
                    </a:lnTo>
                    <a:lnTo>
                      <a:pt x="36" y="78"/>
                    </a:lnTo>
                    <a:lnTo>
                      <a:pt x="48" y="72"/>
                    </a:lnTo>
                    <a:lnTo>
                      <a:pt x="24" y="36"/>
                    </a:lnTo>
                    <a:lnTo>
                      <a:pt x="72" y="54"/>
                    </a:lnTo>
                    <a:lnTo>
                      <a:pt x="90" y="42"/>
                    </a:lnTo>
                    <a:lnTo>
                      <a:pt x="54" y="0"/>
                    </a:lnTo>
                    <a:lnTo>
                      <a:pt x="42" y="6"/>
                    </a:lnTo>
                    <a:lnTo>
                      <a:pt x="66" y="36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6" name="Freeform 140">
                <a:extLst>
                  <a:ext uri="{FF2B5EF4-FFF2-40B4-BE49-F238E27FC236}">
                    <a16:creationId xmlns:a16="http://schemas.microsoft.com/office/drawing/2014/main" id="{259E5A6F-BCF4-4C22-A15D-1CE0E7A9676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7" y="2651"/>
                <a:ext cx="101" cy="89"/>
              </a:xfrm>
              <a:custGeom>
                <a:avLst/>
                <a:gdLst>
                  <a:gd name="T0" fmla="*/ 54 w 101"/>
                  <a:gd name="T1" fmla="*/ 89 h 89"/>
                  <a:gd name="T2" fmla="*/ 65 w 101"/>
                  <a:gd name="T3" fmla="*/ 83 h 89"/>
                  <a:gd name="T4" fmla="*/ 48 w 101"/>
                  <a:gd name="T5" fmla="*/ 35 h 89"/>
                  <a:gd name="T6" fmla="*/ 89 w 101"/>
                  <a:gd name="T7" fmla="*/ 65 h 89"/>
                  <a:gd name="T8" fmla="*/ 101 w 101"/>
                  <a:gd name="T9" fmla="*/ 59 h 89"/>
                  <a:gd name="T10" fmla="*/ 83 w 101"/>
                  <a:gd name="T11" fmla="*/ 0 h 89"/>
                  <a:gd name="T12" fmla="*/ 71 w 101"/>
                  <a:gd name="T13" fmla="*/ 12 h 89"/>
                  <a:gd name="T14" fmla="*/ 83 w 101"/>
                  <a:gd name="T15" fmla="*/ 41 h 89"/>
                  <a:gd name="T16" fmla="*/ 48 w 101"/>
                  <a:gd name="T17" fmla="*/ 23 h 89"/>
                  <a:gd name="T18" fmla="*/ 36 w 101"/>
                  <a:gd name="T19" fmla="*/ 29 h 89"/>
                  <a:gd name="T20" fmla="*/ 45 w 101"/>
                  <a:gd name="T21" fmla="*/ 68 h 89"/>
                  <a:gd name="T22" fmla="*/ 18 w 101"/>
                  <a:gd name="T23" fmla="*/ 41 h 89"/>
                  <a:gd name="T24" fmla="*/ 0 w 101"/>
                  <a:gd name="T25" fmla="*/ 53 h 89"/>
                  <a:gd name="T26" fmla="*/ 54 w 101"/>
                  <a:gd name="T27" fmla="*/ 89 h 8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01" h="89">
                    <a:moveTo>
                      <a:pt x="54" y="89"/>
                    </a:moveTo>
                    <a:lnTo>
                      <a:pt x="65" y="83"/>
                    </a:lnTo>
                    <a:lnTo>
                      <a:pt x="48" y="35"/>
                    </a:lnTo>
                    <a:lnTo>
                      <a:pt x="89" y="65"/>
                    </a:lnTo>
                    <a:lnTo>
                      <a:pt x="101" y="59"/>
                    </a:lnTo>
                    <a:lnTo>
                      <a:pt x="83" y="0"/>
                    </a:lnTo>
                    <a:lnTo>
                      <a:pt x="71" y="12"/>
                    </a:lnTo>
                    <a:lnTo>
                      <a:pt x="83" y="41"/>
                    </a:lnTo>
                    <a:lnTo>
                      <a:pt x="48" y="23"/>
                    </a:lnTo>
                    <a:lnTo>
                      <a:pt x="36" y="29"/>
                    </a:lnTo>
                    <a:lnTo>
                      <a:pt x="45" y="68"/>
                    </a:lnTo>
                    <a:lnTo>
                      <a:pt x="18" y="41"/>
                    </a:lnTo>
                    <a:lnTo>
                      <a:pt x="0" y="53"/>
                    </a:lnTo>
                    <a:lnTo>
                      <a:pt x="54" y="89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7" name="Freeform 141">
                <a:extLst>
                  <a:ext uri="{FF2B5EF4-FFF2-40B4-BE49-F238E27FC236}">
                    <a16:creationId xmlns:a16="http://schemas.microsoft.com/office/drawing/2014/main" id="{217BE3DF-9F91-4B7C-B8BB-7BF8212778F1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677" y="3502"/>
                <a:ext cx="83" cy="78"/>
              </a:xfrm>
              <a:custGeom>
                <a:avLst/>
                <a:gdLst>
                  <a:gd name="T0" fmla="*/ 36 w 83"/>
                  <a:gd name="T1" fmla="*/ 78 h 78"/>
                  <a:gd name="T2" fmla="*/ 83 w 83"/>
                  <a:gd name="T3" fmla="*/ 48 h 78"/>
                  <a:gd name="T4" fmla="*/ 54 w 83"/>
                  <a:gd name="T5" fmla="*/ 0 h 78"/>
                  <a:gd name="T6" fmla="*/ 0 w 83"/>
                  <a:gd name="T7" fmla="*/ 30 h 78"/>
                  <a:gd name="T8" fmla="*/ 6 w 83"/>
                  <a:gd name="T9" fmla="*/ 36 h 78"/>
                  <a:gd name="T10" fmla="*/ 42 w 83"/>
                  <a:gd name="T11" fmla="*/ 18 h 78"/>
                  <a:gd name="T12" fmla="*/ 54 w 83"/>
                  <a:gd name="T13" fmla="*/ 30 h 78"/>
                  <a:gd name="T14" fmla="*/ 24 w 83"/>
                  <a:gd name="T15" fmla="*/ 48 h 78"/>
                  <a:gd name="T16" fmla="*/ 30 w 83"/>
                  <a:gd name="T17" fmla="*/ 54 h 78"/>
                  <a:gd name="T18" fmla="*/ 60 w 83"/>
                  <a:gd name="T19" fmla="*/ 36 h 78"/>
                  <a:gd name="T20" fmla="*/ 66 w 83"/>
                  <a:gd name="T21" fmla="*/ 48 h 78"/>
                  <a:gd name="T22" fmla="*/ 30 w 83"/>
                  <a:gd name="T23" fmla="*/ 66 h 78"/>
                  <a:gd name="T24" fmla="*/ 36 w 83"/>
                  <a:gd name="T25" fmla="*/ 78 h 7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78">
                    <a:moveTo>
                      <a:pt x="36" y="78"/>
                    </a:moveTo>
                    <a:lnTo>
                      <a:pt x="83" y="48"/>
                    </a:lnTo>
                    <a:lnTo>
                      <a:pt x="54" y="0"/>
                    </a:lnTo>
                    <a:lnTo>
                      <a:pt x="0" y="30"/>
                    </a:lnTo>
                    <a:lnTo>
                      <a:pt x="6" y="36"/>
                    </a:lnTo>
                    <a:lnTo>
                      <a:pt x="42" y="18"/>
                    </a:lnTo>
                    <a:lnTo>
                      <a:pt x="54" y="30"/>
                    </a:lnTo>
                    <a:lnTo>
                      <a:pt x="24" y="48"/>
                    </a:lnTo>
                    <a:lnTo>
                      <a:pt x="30" y="54"/>
                    </a:lnTo>
                    <a:lnTo>
                      <a:pt x="60" y="36"/>
                    </a:lnTo>
                    <a:lnTo>
                      <a:pt x="66" y="48"/>
                    </a:lnTo>
                    <a:lnTo>
                      <a:pt x="30" y="66"/>
                    </a:lnTo>
                    <a:lnTo>
                      <a:pt x="36" y="7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8" name="Freeform 142">
                <a:extLst>
                  <a:ext uri="{FF2B5EF4-FFF2-40B4-BE49-F238E27FC236}">
                    <a16:creationId xmlns:a16="http://schemas.microsoft.com/office/drawing/2014/main" id="{7A0CE771-3EAD-4FBF-8755-ED13DE5D67F4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940" y="2782"/>
                <a:ext cx="90" cy="72"/>
              </a:xfrm>
              <a:custGeom>
                <a:avLst/>
                <a:gdLst>
                  <a:gd name="T0" fmla="*/ 90 w 90"/>
                  <a:gd name="T1" fmla="*/ 30 h 72"/>
                  <a:gd name="T2" fmla="*/ 66 w 90"/>
                  <a:gd name="T3" fmla="*/ 0 h 72"/>
                  <a:gd name="T4" fmla="*/ 0 w 90"/>
                  <a:gd name="T5" fmla="*/ 36 h 72"/>
                  <a:gd name="T6" fmla="*/ 24 w 90"/>
                  <a:gd name="T7" fmla="*/ 72 h 72"/>
                  <a:gd name="T8" fmla="*/ 36 w 90"/>
                  <a:gd name="T9" fmla="*/ 66 h 72"/>
                  <a:gd name="T10" fmla="*/ 18 w 90"/>
                  <a:gd name="T11" fmla="*/ 42 h 72"/>
                  <a:gd name="T12" fmla="*/ 36 w 90"/>
                  <a:gd name="T13" fmla="*/ 30 h 72"/>
                  <a:gd name="T14" fmla="*/ 54 w 90"/>
                  <a:gd name="T15" fmla="*/ 54 h 72"/>
                  <a:gd name="T16" fmla="*/ 60 w 90"/>
                  <a:gd name="T17" fmla="*/ 48 h 72"/>
                  <a:gd name="T18" fmla="*/ 48 w 90"/>
                  <a:gd name="T19" fmla="*/ 24 h 72"/>
                  <a:gd name="T20" fmla="*/ 60 w 90"/>
                  <a:gd name="T21" fmla="*/ 12 h 72"/>
                  <a:gd name="T22" fmla="*/ 78 w 90"/>
                  <a:gd name="T23" fmla="*/ 42 h 72"/>
                  <a:gd name="T24" fmla="*/ 90 w 90"/>
                  <a:gd name="T25" fmla="*/ 3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72">
                    <a:moveTo>
                      <a:pt x="90" y="30"/>
                    </a:moveTo>
                    <a:lnTo>
                      <a:pt x="66" y="0"/>
                    </a:lnTo>
                    <a:lnTo>
                      <a:pt x="0" y="36"/>
                    </a:lnTo>
                    <a:lnTo>
                      <a:pt x="24" y="72"/>
                    </a:lnTo>
                    <a:lnTo>
                      <a:pt x="36" y="66"/>
                    </a:lnTo>
                    <a:lnTo>
                      <a:pt x="18" y="42"/>
                    </a:lnTo>
                    <a:lnTo>
                      <a:pt x="36" y="30"/>
                    </a:lnTo>
                    <a:lnTo>
                      <a:pt x="54" y="54"/>
                    </a:lnTo>
                    <a:lnTo>
                      <a:pt x="60" y="48"/>
                    </a:lnTo>
                    <a:lnTo>
                      <a:pt x="48" y="24"/>
                    </a:lnTo>
                    <a:lnTo>
                      <a:pt x="60" y="12"/>
                    </a:lnTo>
                    <a:lnTo>
                      <a:pt x="78" y="42"/>
                    </a:lnTo>
                    <a:lnTo>
                      <a:pt x="90" y="3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59" name="Freeform 143">
                <a:extLst>
                  <a:ext uri="{FF2B5EF4-FFF2-40B4-BE49-F238E27FC236}">
                    <a16:creationId xmlns:a16="http://schemas.microsoft.com/office/drawing/2014/main" id="{303FC2C3-C28B-497E-B68C-AD0CA497FB0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898" y="2716"/>
                <a:ext cx="90" cy="84"/>
              </a:xfrm>
              <a:custGeom>
                <a:avLst/>
                <a:gdLst>
                  <a:gd name="T0" fmla="*/ 42 w 90"/>
                  <a:gd name="T1" fmla="*/ 60 h 84"/>
                  <a:gd name="T2" fmla="*/ 42 w 90"/>
                  <a:gd name="T3" fmla="*/ 60 h 84"/>
                  <a:gd name="T4" fmla="*/ 72 w 90"/>
                  <a:gd name="T5" fmla="*/ 12 h 84"/>
                  <a:gd name="T6" fmla="*/ 66 w 90"/>
                  <a:gd name="T7" fmla="*/ 0 h 84"/>
                  <a:gd name="T8" fmla="*/ 0 w 90"/>
                  <a:gd name="T9" fmla="*/ 42 h 84"/>
                  <a:gd name="T10" fmla="*/ 6 w 90"/>
                  <a:gd name="T11" fmla="*/ 54 h 84"/>
                  <a:gd name="T12" fmla="*/ 54 w 90"/>
                  <a:gd name="T13" fmla="*/ 24 h 84"/>
                  <a:gd name="T14" fmla="*/ 54 w 90"/>
                  <a:gd name="T15" fmla="*/ 24 h 84"/>
                  <a:gd name="T16" fmla="*/ 18 w 90"/>
                  <a:gd name="T17" fmla="*/ 72 h 84"/>
                  <a:gd name="T18" fmla="*/ 24 w 90"/>
                  <a:gd name="T19" fmla="*/ 84 h 84"/>
                  <a:gd name="T20" fmla="*/ 90 w 90"/>
                  <a:gd name="T21" fmla="*/ 42 h 84"/>
                  <a:gd name="T22" fmla="*/ 84 w 90"/>
                  <a:gd name="T23" fmla="*/ 30 h 84"/>
                  <a:gd name="T24" fmla="*/ 42 w 90"/>
                  <a:gd name="T25" fmla="*/ 60 h 8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84">
                    <a:moveTo>
                      <a:pt x="42" y="60"/>
                    </a:moveTo>
                    <a:lnTo>
                      <a:pt x="42" y="60"/>
                    </a:lnTo>
                    <a:lnTo>
                      <a:pt x="72" y="12"/>
                    </a:lnTo>
                    <a:lnTo>
                      <a:pt x="66" y="0"/>
                    </a:lnTo>
                    <a:lnTo>
                      <a:pt x="0" y="42"/>
                    </a:lnTo>
                    <a:lnTo>
                      <a:pt x="6" y="54"/>
                    </a:lnTo>
                    <a:lnTo>
                      <a:pt x="54" y="24"/>
                    </a:lnTo>
                    <a:lnTo>
                      <a:pt x="18" y="72"/>
                    </a:lnTo>
                    <a:lnTo>
                      <a:pt x="24" y="84"/>
                    </a:lnTo>
                    <a:lnTo>
                      <a:pt x="90" y="42"/>
                    </a:lnTo>
                    <a:lnTo>
                      <a:pt x="84" y="30"/>
                    </a:lnTo>
                    <a:lnTo>
                      <a:pt x="42" y="6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0" name="Freeform 144">
                <a:extLst>
                  <a:ext uri="{FF2B5EF4-FFF2-40B4-BE49-F238E27FC236}">
                    <a16:creationId xmlns:a16="http://schemas.microsoft.com/office/drawing/2014/main" id="{CEC9ECA7-CBEB-4154-A6F6-2E60CC60146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37"/>
                <a:ext cx="6" cy="12"/>
              </a:xfrm>
              <a:custGeom>
                <a:avLst/>
                <a:gdLst>
                  <a:gd name="T0" fmla="*/ 6 w 6"/>
                  <a:gd name="T1" fmla="*/ 0 h 12"/>
                  <a:gd name="T2" fmla="*/ 6 w 6"/>
                  <a:gd name="T3" fmla="*/ 0 h 12"/>
                  <a:gd name="T4" fmla="*/ 0 w 6"/>
                  <a:gd name="T5" fmla="*/ 0 h 12"/>
                  <a:gd name="T6" fmla="*/ 0 w 6"/>
                  <a:gd name="T7" fmla="*/ 0 h 12"/>
                  <a:gd name="T8" fmla="*/ 0 w 6"/>
                  <a:gd name="T9" fmla="*/ 12 h 12"/>
                  <a:gd name="T10" fmla="*/ 6 w 6"/>
                  <a:gd name="T11" fmla="*/ 0 h 12"/>
                  <a:gd name="T12" fmla="*/ 6 w 6"/>
                  <a:gd name="T13" fmla="*/ 0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lnTo>
                      <a:pt x="6" y="0"/>
                    </a:lnTo>
                    <a:lnTo>
                      <a:pt x="0" y="0"/>
                    </a:lnTo>
                    <a:lnTo>
                      <a:pt x="0" y="12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1" name="Freeform 145">
                <a:extLst>
                  <a:ext uri="{FF2B5EF4-FFF2-40B4-BE49-F238E27FC236}">
                    <a16:creationId xmlns:a16="http://schemas.microsoft.com/office/drawing/2014/main" id="{9C64F340-F493-4304-9903-E9773C65FD35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2555"/>
                <a:ext cx="30" cy="48"/>
              </a:xfrm>
              <a:custGeom>
                <a:avLst/>
                <a:gdLst>
                  <a:gd name="T0" fmla="*/ 18 w 30"/>
                  <a:gd name="T1" fmla="*/ 48 h 48"/>
                  <a:gd name="T2" fmla="*/ 18 w 30"/>
                  <a:gd name="T3" fmla="*/ 48 h 48"/>
                  <a:gd name="T4" fmla="*/ 30 w 30"/>
                  <a:gd name="T5" fmla="*/ 42 h 48"/>
                  <a:gd name="T6" fmla="*/ 0 w 30"/>
                  <a:gd name="T7" fmla="*/ 0 h 48"/>
                  <a:gd name="T8" fmla="*/ 0 w 30"/>
                  <a:gd name="T9" fmla="*/ 24 h 48"/>
                  <a:gd name="T10" fmla="*/ 18 w 30"/>
                  <a:gd name="T11" fmla="*/ 48 h 48"/>
                  <a:gd name="T12" fmla="*/ 18 w 30"/>
                  <a:gd name="T13" fmla="*/ 48 h 4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0" h="48">
                    <a:moveTo>
                      <a:pt x="18" y="48"/>
                    </a:moveTo>
                    <a:lnTo>
                      <a:pt x="18" y="48"/>
                    </a:lnTo>
                    <a:lnTo>
                      <a:pt x="30" y="42"/>
                    </a:lnTo>
                    <a:lnTo>
                      <a:pt x="0" y="0"/>
                    </a:lnTo>
                    <a:lnTo>
                      <a:pt x="0" y="24"/>
                    </a:lnTo>
                    <a:lnTo>
                      <a:pt x="18" y="4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2" name="Freeform 146">
                <a:extLst>
                  <a:ext uri="{FF2B5EF4-FFF2-40B4-BE49-F238E27FC236}">
                    <a16:creationId xmlns:a16="http://schemas.microsoft.com/office/drawing/2014/main" id="{36D685BC-BAFB-4564-8841-E0A2F2E56D09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7" y="3843"/>
                <a:ext cx="36" cy="66"/>
              </a:xfrm>
              <a:custGeom>
                <a:avLst/>
                <a:gdLst>
                  <a:gd name="T0" fmla="*/ 36 w 36"/>
                  <a:gd name="T1" fmla="*/ 0 h 66"/>
                  <a:gd name="T2" fmla="*/ 24 w 36"/>
                  <a:gd name="T3" fmla="*/ 0 h 66"/>
                  <a:gd name="T4" fmla="*/ 24 w 36"/>
                  <a:gd name="T5" fmla="*/ 0 h 66"/>
                  <a:gd name="T6" fmla="*/ 0 w 36"/>
                  <a:gd name="T7" fmla="*/ 36 h 66"/>
                  <a:gd name="T8" fmla="*/ 0 w 36"/>
                  <a:gd name="T9" fmla="*/ 66 h 66"/>
                  <a:gd name="T10" fmla="*/ 36 w 36"/>
                  <a:gd name="T11" fmla="*/ 0 h 66"/>
                  <a:gd name="T12" fmla="*/ 36 w 36"/>
                  <a:gd name="T13" fmla="*/ 0 h 6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6" h="66">
                    <a:moveTo>
                      <a:pt x="36" y="0"/>
                    </a:moveTo>
                    <a:lnTo>
                      <a:pt x="24" y="0"/>
                    </a:lnTo>
                    <a:lnTo>
                      <a:pt x="0" y="36"/>
                    </a:lnTo>
                    <a:lnTo>
                      <a:pt x="0" y="66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3" name="Rectangle 147">
                <a:extLst>
                  <a:ext uri="{FF2B5EF4-FFF2-40B4-BE49-F238E27FC236}">
                    <a16:creationId xmlns:a16="http://schemas.microsoft.com/office/drawing/2014/main" id="{1483012C-B990-4BA6-9D8F-AE7C815FF331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244926">
                <a:off x="1177" y="3201"/>
                <a:ext cx="161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4" name="Rectangle 148">
                <a:extLst>
                  <a:ext uri="{FF2B5EF4-FFF2-40B4-BE49-F238E27FC236}">
                    <a16:creationId xmlns:a16="http://schemas.microsoft.com/office/drawing/2014/main" id="{84BAE427-2BB7-42DF-8F07-28B41B8AA7E0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5598588">
                <a:off x="290" y="2386"/>
                <a:ext cx="138" cy="12"/>
              </a:xfrm>
              <a:prstGeom prst="rect">
                <a:avLst/>
              </a:prstGeom>
              <a:solidFill>
                <a:schemeClr val="bg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  <p:sp>
            <p:nvSpPr>
              <p:cNvPr id="1165" name="Freeform 149">
                <a:extLst>
                  <a:ext uri="{FF2B5EF4-FFF2-40B4-BE49-F238E27FC236}">
                    <a16:creationId xmlns:a16="http://schemas.microsoft.com/office/drawing/2014/main" id="{9BCE6CA7-6186-4D30-BD90-D9700BCE67FC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139" y="3573"/>
                <a:ext cx="144" cy="154"/>
              </a:xfrm>
              <a:custGeom>
                <a:avLst/>
                <a:gdLst>
                  <a:gd name="T0" fmla="*/ 0 w 144"/>
                  <a:gd name="T1" fmla="*/ 102 h 154"/>
                  <a:gd name="T2" fmla="*/ 59 w 144"/>
                  <a:gd name="T3" fmla="*/ 154 h 154"/>
                  <a:gd name="T4" fmla="*/ 117 w 144"/>
                  <a:gd name="T5" fmla="*/ 120 h 154"/>
                  <a:gd name="T6" fmla="*/ 62 w 144"/>
                  <a:gd name="T7" fmla="*/ 55 h 154"/>
                  <a:gd name="T8" fmla="*/ 104 w 144"/>
                  <a:gd name="T9" fmla="*/ 34 h 154"/>
                  <a:gd name="T10" fmla="*/ 117 w 144"/>
                  <a:gd name="T11" fmla="*/ 53 h 154"/>
                  <a:gd name="T12" fmla="*/ 141 w 144"/>
                  <a:gd name="T13" fmla="*/ 47 h 154"/>
                  <a:gd name="T14" fmla="*/ 97 w 144"/>
                  <a:gd name="T15" fmla="*/ 2 h 154"/>
                  <a:gd name="T16" fmla="*/ 36 w 144"/>
                  <a:gd name="T17" fmla="*/ 33 h 154"/>
                  <a:gd name="T18" fmla="*/ 90 w 144"/>
                  <a:gd name="T19" fmla="*/ 107 h 154"/>
                  <a:gd name="T20" fmla="*/ 28 w 144"/>
                  <a:gd name="T21" fmla="*/ 101 h 154"/>
                  <a:gd name="T22" fmla="*/ 0 w 144"/>
                  <a:gd name="T23" fmla="*/ 102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9" y="61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1166" name="Freeform 150">
                <a:extLst>
                  <a:ext uri="{FF2B5EF4-FFF2-40B4-BE49-F238E27FC236}">
                    <a16:creationId xmlns:a16="http://schemas.microsoft.com/office/drawing/2014/main" id="{C5EC9DB9-226A-4BE2-AB67-AB6F688430FA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 rot="-2857037">
                <a:off x="619" y="3550"/>
                <a:ext cx="68" cy="69"/>
              </a:xfrm>
              <a:custGeom>
                <a:avLst/>
                <a:gdLst>
                  <a:gd name="T0" fmla="*/ 0 w 144"/>
                  <a:gd name="T1" fmla="*/ 21 h 154"/>
                  <a:gd name="T2" fmla="*/ 13 w 144"/>
                  <a:gd name="T3" fmla="*/ 31 h 154"/>
                  <a:gd name="T4" fmla="*/ 26 w 144"/>
                  <a:gd name="T5" fmla="*/ 24 h 154"/>
                  <a:gd name="T6" fmla="*/ 14 w 144"/>
                  <a:gd name="T7" fmla="*/ 11 h 154"/>
                  <a:gd name="T8" fmla="*/ 23 w 144"/>
                  <a:gd name="T9" fmla="*/ 7 h 154"/>
                  <a:gd name="T10" fmla="*/ 26 w 144"/>
                  <a:gd name="T11" fmla="*/ 11 h 154"/>
                  <a:gd name="T12" fmla="*/ 32 w 144"/>
                  <a:gd name="T13" fmla="*/ 9 h 154"/>
                  <a:gd name="T14" fmla="*/ 22 w 144"/>
                  <a:gd name="T15" fmla="*/ 0 h 154"/>
                  <a:gd name="T16" fmla="*/ 8 w 144"/>
                  <a:gd name="T17" fmla="*/ 7 h 154"/>
                  <a:gd name="T18" fmla="*/ 20 w 144"/>
                  <a:gd name="T19" fmla="*/ 22 h 154"/>
                  <a:gd name="T20" fmla="*/ 6 w 144"/>
                  <a:gd name="T21" fmla="*/ 20 h 154"/>
                  <a:gd name="T22" fmla="*/ 0 w 144"/>
                  <a:gd name="T23" fmla="*/ 21 h 154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44" h="154">
                    <a:moveTo>
                      <a:pt x="0" y="102"/>
                    </a:moveTo>
                    <a:cubicBezTo>
                      <a:pt x="6" y="140"/>
                      <a:pt x="25" y="154"/>
                      <a:pt x="59" y="154"/>
                    </a:cubicBezTo>
                    <a:cubicBezTo>
                      <a:pt x="111" y="152"/>
                      <a:pt x="106" y="130"/>
                      <a:pt x="117" y="120"/>
                    </a:cubicBezTo>
                    <a:cubicBezTo>
                      <a:pt x="113" y="47"/>
                      <a:pt x="84" y="84"/>
                      <a:pt x="62" y="55"/>
                    </a:cubicBezTo>
                    <a:cubicBezTo>
                      <a:pt x="59" y="42"/>
                      <a:pt x="78" y="11"/>
                      <a:pt x="104" y="34"/>
                    </a:cubicBezTo>
                    <a:cubicBezTo>
                      <a:pt x="108" y="41"/>
                      <a:pt x="111" y="51"/>
                      <a:pt x="117" y="53"/>
                    </a:cubicBezTo>
                    <a:cubicBezTo>
                      <a:pt x="123" y="55"/>
                      <a:pt x="144" y="55"/>
                      <a:pt x="141" y="47"/>
                    </a:cubicBezTo>
                    <a:cubicBezTo>
                      <a:pt x="138" y="39"/>
                      <a:pt x="126" y="5"/>
                      <a:pt x="97" y="2"/>
                    </a:cubicBezTo>
                    <a:cubicBezTo>
                      <a:pt x="77" y="0"/>
                      <a:pt x="48" y="0"/>
                      <a:pt x="36" y="33"/>
                    </a:cubicBezTo>
                    <a:cubicBezTo>
                      <a:pt x="15" y="89"/>
                      <a:pt x="83" y="79"/>
                      <a:pt x="90" y="107"/>
                    </a:cubicBezTo>
                    <a:cubicBezTo>
                      <a:pt x="96" y="130"/>
                      <a:pt x="34" y="147"/>
                      <a:pt x="28" y="101"/>
                    </a:cubicBezTo>
                    <a:cubicBezTo>
                      <a:pt x="12" y="104"/>
                      <a:pt x="15" y="98"/>
                      <a:pt x="0" y="102"/>
                    </a:cubicBez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nl-BE"/>
              </a:p>
            </p:txBody>
          </p:sp>
          <p:sp>
            <p:nvSpPr>
              <p:cNvPr id="86167" name="Freeform 151">
                <a:extLst>
                  <a:ext uri="{FF2B5EF4-FFF2-40B4-BE49-F238E27FC236}">
                    <a16:creationId xmlns:a16="http://schemas.microsoft.com/office/drawing/2014/main" id="{E3F86CA0-DBE0-49B7-ABB6-BAB8055BAC98}"/>
                  </a:ext>
                </a:extLst>
              </p:cNvPr>
              <p:cNvSpPr>
                <a:spLocks/>
              </p:cNvSpPr>
              <p:nvPr userDrawn="1"/>
            </p:nvSpPr>
            <p:spPr bwMode="ltGray">
              <a:xfrm>
                <a:off x="235" y="2503"/>
                <a:ext cx="348" cy="1272"/>
              </a:xfrm>
              <a:custGeom>
                <a:avLst/>
                <a:gdLst/>
                <a:ahLst/>
                <a:cxnLst>
                  <a:cxn ang="0">
                    <a:pos x="0" y="0"/>
                  </a:cxn>
                  <a:cxn ang="0">
                    <a:pos x="287" y="582"/>
                  </a:cxn>
                  <a:cxn ang="0">
                    <a:pos x="348" y="1272"/>
                  </a:cxn>
                  <a:cxn ang="0">
                    <a:pos x="54" y="676"/>
                  </a:cxn>
                  <a:cxn ang="0">
                    <a:pos x="0" y="0"/>
                  </a:cxn>
                </a:cxnLst>
                <a:rect l="0" t="0" r="r" b="b"/>
                <a:pathLst>
                  <a:path w="348" h="1272">
                    <a:moveTo>
                      <a:pt x="0" y="0"/>
                    </a:moveTo>
                    <a:lnTo>
                      <a:pt x="287" y="582"/>
                    </a:lnTo>
                    <a:lnTo>
                      <a:pt x="348" y="1272"/>
                    </a:lnTo>
                    <a:lnTo>
                      <a:pt x="54" y="67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chemeClr val="bg2"/>
                  </a:gs>
                  <a:gs pos="100000">
                    <a:schemeClr val="bg2">
                      <a:gamma/>
                      <a:shade val="96863"/>
                      <a:invGamma/>
                    </a:schemeClr>
                  </a:gs>
                </a:gsLst>
                <a:lin ang="18900000" scaled="1"/>
              </a:gradFill>
              <a:ln w="9525" cap="flat" cmpd="sng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/>
              <a:lstStyle/>
              <a:p>
                <a:pPr eaLnBrk="1" hangingPunct="1">
                  <a:defRPr/>
                </a:pPr>
                <a:endParaRPr lang="nl-BE">
                  <a:cs typeface="Arial" charset="0"/>
                </a:endParaRPr>
              </a:p>
            </p:txBody>
          </p:sp>
          <p:sp>
            <p:nvSpPr>
              <p:cNvPr id="86168" name="Oval 152">
                <a:extLst>
                  <a:ext uri="{FF2B5EF4-FFF2-40B4-BE49-F238E27FC236}">
                    <a16:creationId xmlns:a16="http://schemas.microsoft.com/office/drawing/2014/main" id="{96FA8ECA-B1B7-41E1-9ECC-4604BF0B2DE2}"/>
                  </a:ext>
                </a:extLst>
              </p:cNvPr>
              <p:cNvSpPr>
                <a:spLocks noChangeArrowheads="1"/>
              </p:cNvSpPr>
              <p:nvPr userDrawn="1"/>
            </p:nvSpPr>
            <p:spPr bwMode="ltGray">
              <a:xfrm rot="-1684349">
                <a:off x="296" y="3047"/>
                <a:ext cx="221" cy="174"/>
              </a:xfrm>
              <a:prstGeom prst="ellipse">
                <a:avLst/>
              </a:prstGeom>
              <a:gradFill rotWithShape="0">
                <a:gsLst>
                  <a:gs pos="0">
                    <a:schemeClr val="bg2">
                      <a:gamma/>
                      <a:shade val="90980"/>
                      <a:invGamma/>
                    </a:schemeClr>
                  </a:gs>
                  <a:gs pos="50000">
                    <a:schemeClr val="bg2"/>
                  </a:gs>
                  <a:gs pos="100000">
                    <a:schemeClr val="bg2">
                      <a:gamma/>
                      <a:shade val="90980"/>
                      <a:invGamma/>
                    </a:schemeClr>
                  </a:gs>
                </a:gsLst>
                <a:lin ang="18900000" scaled="1"/>
              </a:gradFill>
              <a:ln w="9525">
                <a:noFill/>
                <a:round/>
                <a:headEnd/>
                <a:tailEnd/>
              </a:ln>
              <a:effectLst/>
            </p:spPr>
            <p:txBody>
              <a:bodyPr/>
              <a:lstStyle>
                <a:lvl1pPr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Tahoma" pitchFamily="34" charset="0"/>
                    <a:cs typeface="Arial" charset="0"/>
                  </a:defRPr>
                </a:lvl9pPr>
              </a:lstStyle>
              <a:p>
                <a:pPr eaLnBrk="1" hangingPunct="1">
                  <a:defRPr/>
                </a:pPr>
                <a:endParaRPr lang="nl-BE" altLang="nl-BE"/>
              </a:p>
            </p:txBody>
          </p:sp>
        </p:grpSp>
      </p:grpSp>
      <p:sp>
        <p:nvSpPr>
          <p:cNvPr id="86169" name="Rectangle 153">
            <a:extLst>
              <a:ext uri="{FF2B5EF4-FFF2-40B4-BE49-F238E27FC236}">
                <a16:creationId xmlns:a16="http://schemas.microsoft.com/office/drawing/2014/main" id="{63956614-7AA0-4821-A259-334409B80DB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 bwMode="auto">
          <a:xfrm>
            <a:off x="301625" y="228600"/>
            <a:ext cx="854075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het opmaakprofiel te bewerken</a:t>
            </a:r>
          </a:p>
        </p:txBody>
      </p:sp>
      <p:sp>
        <p:nvSpPr>
          <p:cNvPr id="86170" name="Rectangle 154">
            <a:extLst>
              <a:ext uri="{FF2B5EF4-FFF2-40B4-BE49-F238E27FC236}">
                <a16:creationId xmlns:a16="http://schemas.microsoft.com/office/drawing/2014/main" id="{6C76B58C-EA82-49E3-9E79-2957557EE79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01625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86171" name="Rectangle 155">
            <a:extLst>
              <a:ext uri="{FF2B5EF4-FFF2-40B4-BE49-F238E27FC236}">
                <a16:creationId xmlns:a16="http://schemas.microsoft.com/office/drawing/2014/main" id="{8513D0BD-CB11-42EF-A5A0-4600133AA04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nl-BE" altLang="nl-BE"/>
          </a:p>
        </p:txBody>
      </p:sp>
      <p:sp>
        <p:nvSpPr>
          <p:cNvPr id="86172" name="Rectangle 156">
            <a:extLst>
              <a:ext uri="{FF2B5EF4-FFF2-40B4-BE49-F238E27FC236}">
                <a16:creationId xmlns:a16="http://schemas.microsoft.com/office/drawing/2014/main" id="{397B5AB3-E514-45CF-B078-0F80470FA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289175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FA0DA29F-CEE9-47DE-AFCD-2DEC6D2A81AC}" type="slidenum">
              <a:rPr lang="nl-NL" altLang="nl-BE"/>
              <a:pPr>
                <a:defRPr/>
              </a:pPr>
              <a:t>‹nr.›</a:t>
            </a:fld>
            <a:endParaRPr lang="nl-NL" altLang="nl-BE"/>
          </a:p>
        </p:txBody>
      </p:sp>
      <p:sp>
        <p:nvSpPr>
          <p:cNvPr id="86173" name="Rectangle 157">
            <a:extLst>
              <a:ext uri="{FF2B5EF4-FFF2-40B4-BE49-F238E27FC236}">
                <a16:creationId xmlns:a16="http://schemas.microsoft.com/office/drawing/2014/main" id="{2E8C0C6F-E39B-4A64-8388-31BC37BA53A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 bwMode="auto">
          <a:xfrm>
            <a:off x="301625" y="1600200"/>
            <a:ext cx="854075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/>
              <a:t>Klik om de opmaakprofielen van de modeltekst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729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Tahoma" pitchFamily="34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32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4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panose="020B0604020202020204" pitchFamily="34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hlink"/>
        </a:buClr>
        <a:buSzPct val="80000"/>
        <a:buFont typeface="Arial" charset="0"/>
        <a:buChar char="►"/>
        <a:defRPr sz="2000">
          <a:solidFill>
            <a:schemeClr val="tx1"/>
          </a:solidFill>
          <a:effectLst>
            <a:outerShdw blurRad="38100" dist="38100" dir="2700000" algn="tl">
              <a:srgbClr val="000000"/>
            </a:outerShdw>
          </a:effectLst>
          <a:latin typeface="+mn-lt"/>
          <a:cs typeface="+mn-cs"/>
        </a:defRPr>
      </a:lvl9pPr>
    </p:bodyStyle>
    <p:otherStyle>
      <a:defPPr>
        <a:defRPr lang="nl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www.falstad.com/ripple" TargetMode="External"/><Relationship Id="rId3" Type="http://schemas.openxmlformats.org/officeDocument/2006/relationships/hyperlink" Target="https://goo.gl/JnFeAu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falstad.com/ripple" TargetMode="Externa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falstad.com/ripple" TargetMode="Externa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3DA9858C-B450-48F8-A48C-B7430A3F998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0" y="2130425"/>
            <a:ext cx="9144000" cy="1470025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Verschijnselen bij lopende golven</a:t>
            </a:r>
            <a:endParaRPr lang="nl-NL" altLang="nl-BE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FC540E2B-95FF-40DE-BF06-B254EDDCD18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71550" y="3886200"/>
            <a:ext cx="7200900" cy="2351088"/>
          </a:xfrm>
        </p:spPr>
        <p:txBody>
          <a:bodyPr/>
          <a:lstStyle/>
          <a:p>
            <a:pPr eaLnBrk="1" hangingPunct="1">
              <a:defRPr/>
            </a:pPr>
            <a:r>
              <a:rPr lang="nl-BE"/>
              <a:t>Buiging</a:t>
            </a:r>
          </a:p>
          <a:p>
            <a:pPr eaLnBrk="1" hangingPunct="1">
              <a:defRPr/>
            </a:pPr>
            <a:r>
              <a:rPr lang="nl-BE"/>
              <a:t>Interferentie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3E6034FE-7828-4F1C-A631-254F88B984D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0"/>
            <a:ext cx="868680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sz="4000" u="sng"/>
              <a:t>BUIGING:</a:t>
            </a:r>
            <a:r>
              <a:rPr lang="nl-BE" altLang="nl-BE" sz="4000"/>
              <a:t> Het beginsel van Huygens</a:t>
            </a:r>
            <a:endParaRPr lang="nl-NL" altLang="nl-BE" sz="4000"/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D74F5841-FF23-4906-8B04-1134BC44D6D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301625" y="6080109"/>
            <a:ext cx="2605413" cy="791662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sz="2400" dirty="0">
                <a:effectLst/>
                <a:hlinkClick r:id="rId3"/>
              </a:rPr>
              <a:t>goo.gl/JnFeAu</a:t>
            </a:r>
            <a:endParaRPr lang="nl-BE" dirty="0">
              <a:effectLst/>
              <a:ea typeface="Tahoma"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95FD60EF-130B-4529-9277-3FF5EFE671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9" y="1052736"/>
            <a:ext cx="9144000" cy="1863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1" name="Picture 6">
            <a:extLst>
              <a:ext uri="{FF2B5EF4-FFF2-40B4-BE49-F238E27FC236}">
                <a16:creationId xmlns:a16="http://schemas.microsoft.com/office/drawing/2014/main" id="{C6220864-B534-40B6-9EF8-EA8FDC2CA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117850"/>
            <a:ext cx="3095625" cy="298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2" name="Picture 7">
            <a:extLst>
              <a:ext uri="{FF2B5EF4-FFF2-40B4-BE49-F238E27FC236}">
                <a16:creationId xmlns:a16="http://schemas.microsoft.com/office/drawing/2014/main" id="{4EF96D4F-B302-4A5D-A307-E9AB27F0CB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916" y="3128430"/>
            <a:ext cx="2946400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8">
            <a:extLst>
              <a:ext uri="{FF2B5EF4-FFF2-40B4-BE49-F238E27FC236}">
                <a16:creationId xmlns:a16="http://schemas.microsoft.com/office/drawing/2014/main" id="{4E53FBF9-3599-461C-9D5B-FA5D990832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7489" y="3115730"/>
            <a:ext cx="2722563" cy="297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2E1F9BD6-5219-DC07-F96C-526259ED88DD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3814170" y="6108569"/>
            <a:ext cx="5056666" cy="79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9pPr>
          </a:lstStyle>
          <a:p>
            <a:pPr eaLnBrk="1" hangingPunct="1">
              <a:buFont typeface="Arial" charset="0"/>
              <a:buChar char="►"/>
              <a:defRPr/>
            </a:pPr>
            <a:r>
              <a:rPr lang="nl-BE" sz="2400" kern="0" dirty="0">
                <a:effectLst/>
                <a:ea typeface="+mn-lt"/>
                <a:cs typeface="+mn-lt"/>
                <a:hlinkClick r:id="rId8"/>
              </a:rPr>
              <a:t>http://www.falstad.com/ripple</a:t>
            </a:r>
            <a:endParaRPr lang="nl-BE" kern="0" dirty="0">
              <a:effectLst/>
              <a:ea typeface="+mn-lt"/>
              <a:cs typeface="+mn-lt"/>
            </a:endParaRPr>
          </a:p>
          <a:p>
            <a:pPr>
              <a:buFont typeface="Arial" charset="0"/>
              <a:buChar char="►"/>
              <a:defRPr/>
            </a:pPr>
            <a:endParaRPr lang="nl-BE" sz="2400" kern="0" dirty="0">
              <a:effectLst/>
              <a:ea typeface="+mn-lt"/>
              <a:cs typeface="+mn-lt"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 kern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0F921DF-1179-4BFE-A198-7878B3B6DA7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Het beginsel van Huygens</a:t>
            </a:r>
            <a:endParaRPr lang="nl-NL" altLang="nl-BE"/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9131B68C-2F7C-4FBC-9056-3A86386BFAB8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5124" name="Picture 5">
            <a:extLst>
              <a:ext uri="{FF2B5EF4-FFF2-40B4-BE49-F238E27FC236}">
                <a16:creationId xmlns:a16="http://schemas.microsoft.com/office/drawing/2014/main" id="{F4773AC4-07C2-4BED-80D8-0511694BB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41438"/>
            <a:ext cx="9144000" cy="811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5" name="Picture 6">
            <a:extLst>
              <a:ext uri="{FF2B5EF4-FFF2-40B4-BE49-F238E27FC236}">
                <a16:creationId xmlns:a16="http://schemas.microsoft.com/office/drawing/2014/main" id="{0E2E6F5F-2AE2-49DE-B6CE-E496136628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2492375"/>
            <a:ext cx="4064000" cy="417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5" name="Rectangle 3">
            <a:extLst>
              <a:ext uri="{FF2B5EF4-FFF2-40B4-BE49-F238E27FC236}">
                <a16:creationId xmlns:a16="http://schemas.microsoft.com/office/drawing/2014/main" id="{12C24ECC-EF0C-417E-9425-16B6FAAF803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0825" y="836613"/>
            <a:ext cx="8785225" cy="60213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r>
              <a:rPr lang="nl-BE" altLang="nl-BE" u="sng" dirty="0"/>
              <a:t>Beginsel van Huygens:</a:t>
            </a:r>
            <a:r>
              <a:rPr lang="nl-BE" altLang="nl-BE" dirty="0"/>
              <a:t> Elk punt van golffront gedraagt zich als puntbron waaruit zich trillingen voortplanten.</a:t>
            </a:r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 dirty="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 dirty="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 dirty="0"/>
          </a:p>
          <a:p>
            <a:pPr eaLnBrk="1" hangingPunct="1">
              <a:lnSpc>
                <a:spcPct val="90000"/>
              </a:lnSpc>
              <a:buFont typeface="Arial" charset="0"/>
              <a:buChar char="►"/>
              <a:defRPr/>
            </a:pPr>
            <a:endParaRPr lang="nl-BE" altLang="nl-BE" dirty="0"/>
          </a:p>
          <a:p>
            <a:pPr eaLnBrk="1" hangingPunct="1">
              <a:lnSpc>
                <a:spcPct val="120000"/>
              </a:lnSpc>
              <a:buFont typeface="Arial" charset="0"/>
              <a:buChar char="►"/>
              <a:defRPr/>
            </a:pPr>
            <a:r>
              <a:rPr lang="nl-BE" altLang="nl-BE" dirty="0"/>
              <a:t>omhullende construeren aan golffronten die vanuit ‘puntbronnen’ vertrekken → nieuw golffront G’ afleiden uit golffront G.</a:t>
            </a:r>
            <a:endParaRPr lang="nl-NL" altLang="nl-BE" dirty="0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D04121BC-45C4-44ED-8A29-2CFCC3B73C98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Het beginsel van Huygens</a:t>
            </a:r>
            <a:endParaRPr lang="nl-NL" altLang="nl-BE"/>
          </a:p>
        </p:txBody>
      </p:sp>
      <p:grpSp>
        <p:nvGrpSpPr>
          <p:cNvPr id="6148" name="Group 9">
            <a:extLst>
              <a:ext uri="{FF2B5EF4-FFF2-40B4-BE49-F238E27FC236}">
                <a16:creationId xmlns:a16="http://schemas.microsoft.com/office/drawing/2014/main" id="{0351130C-55A1-49BA-94B6-6B9E259B623D}"/>
              </a:ext>
            </a:extLst>
          </p:cNvPr>
          <p:cNvGrpSpPr>
            <a:grpSpLocks/>
          </p:cNvGrpSpPr>
          <p:nvPr/>
        </p:nvGrpSpPr>
        <p:grpSpPr bwMode="auto">
          <a:xfrm>
            <a:off x="323850" y="2276475"/>
            <a:ext cx="4105275" cy="2030413"/>
            <a:chOff x="158" y="1888"/>
            <a:chExt cx="2586" cy="1279"/>
          </a:xfrm>
        </p:grpSpPr>
        <p:pic>
          <p:nvPicPr>
            <p:cNvPr id="6152" name="Picture 7">
              <a:extLst>
                <a:ext uri="{FF2B5EF4-FFF2-40B4-BE49-F238E27FC236}">
                  <a16:creationId xmlns:a16="http://schemas.microsoft.com/office/drawing/2014/main" id="{83A6AB1B-1821-4173-89EB-1B6C1B959F4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" y="1888"/>
              <a:ext cx="2586" cy="9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3" name="Picture 8">
              <a:extLst>
                <a:ext uri="{FF2B5EF4-FFF2-40B4-BE49-F238E27FC236}">
                  <a16:creationId xmlns:a16="http://schemas.microsoft.com/office/drawing/2014/main" id="{A734511A-2CB3-44CA-BCE1-18C633ED98C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" y="2840"/>
              <a:ext cx="258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149" name="Group 13">
            <a:extLst>
              <a:ext uri="{FF2B5EF4-FFF2-40B4-BE49-F238E27FC236}">
                <a16:creationId xmlns:a16="http://schemas.microsoft.com/office/drawing/2014/main" id="{E1D001D5-22CD-4FE5-831F-1090C1671286}"/>
              </a:ext>
            </a:extLst>
          </p:cNvPr>
          <p:cNvGrpSpPr>
            <a:grpSpLocks/>
          </p:cNvGrpSpPr>
          <p:nvPr/>
        </p:nvGrpSpPr>
        <p:grpSpPr bwMode="auto">
          <a:xfrm>
            <a:off x="4787900" y="2276475"/>
            <a:ext cx="4032250" cy="2000250"/>
            <a:chOff x="2971" y="1797"/>
            <a:chExt cx="2540" cy="1260"/>
          </a:xfrm>
        </p:grpSpPr>
        <p:pic>
          <p:nvPicPr>
            <p:cNvPr id="6150" name="Picture 11">
              <a:extLst>
                <a:ext uri="{FF2B5EF4-FFF2-40B4-BE49-F238E27FC236}">
                  <a16:creationId xmlns:a16="http://schemas.microsoft.com/office/drawing/2014/main" id="{C8A0406C-165E-4013-ABD6-9E63A5011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" y="2704"/>
              <a:ext cx="2540" cy="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6151" name="Picture 12">
              <a:extLst>
                <a:ext uri="{FF2B5EF4-FFF2-40B4-BE49-F238E27FC236}">
                  <a16:creationId xmlns:a16="http://schemas.microsoft.com/office/drawing/2014/main" id="{CD317B6A-0B86-4690-BCDD-CEF3C2C83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1" y="1797"/>
              <a:ext cx="2540" cy="9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DD37A0B4-FF8E-46C6-9A37-CD8DAEBCE44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Buigingsverschijnsel</a:t>
            </a:r>
            <a:endParaRPr lang="nl-NL" altLang="nl-BE"/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8E9EA261-85E3-4814-AF00-B490C6477BF4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D53A0448-5A0F-4020-AFA8-A8015C7C17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050"/>
            <a:ext cx="9144000" cy="215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3" name="Picture 5">
            <a:extLst>
              <a:ext uri="{FF2B5EF4-FFF2-40B4-BE49-F238E27FC236}">
                <a16:creationId xmlns:a16="http://schemas.microsoft.com/office/drawing/2014/main" id="{DB5AC2D7-ABCC-4413-B05C-B3D4DC30A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3884" y="3116702"/>
            <a:ext cx="3403600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4" name="Picture 6">
            <a:extLst>
              <a:ext uri="{FF2B5EF4-FFF2-40B4-BE49-F238E27FC236}">
                <a16:creationId xmlns:a16="http://schemas.microsoft.com/office/drawing/2014/main" id="{948C620F-1C2F-421A-9A3E-49151513E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3102931"/>
            <a:ext cx="3419475" cy="3455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1C29D1C5-DCE3-5E78-D28A-94823EB7F8A5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-27962" y="6507930"/>
            <a:ext cx="5056666" cy="79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9pPr>
          </a:lstStyle>
          <a:p>
            <a:pPr eaLnBrk="1" hangingPunct="1">
              <a:buFont typeface="Arial" charset="0"/>
              <a:buChar char="►"/>
              <a:defRPr/>
            </a:pPr>
            <a:r>
              <a:rPr lang="nl-BE" sz="1800" kern="0" dirty="0">
                <a:effectLst/>
                <a:ea typeface="+mn-lt"/>
                <a:cs typeface="+mn-lt"/>
                <a:hlinkClick r:id="rId5"/>
              </a:rPr>
              <a:t>http://www.falstad.com/ripple</a:t>
            </a:r>
            <a:endParaRPr lang="nl-BE" sz="1800" kern="0" dirty="0">
              <a:effectLst/>
              <a:ea typeface="+mn-lt"/>
              <a:cs typeface="+mn-lt"/>
            </a:endParaRPr>
          </a:p>
          <a:p>
            <a:pPr>
              <a:buFont typeface="Arial" charset="0"/>
              <a:buChar char="►"/>
              <a:defRPr/>
            </a:pPr>
            <a:endParaRPr lang="nl-BE" sz="2400" kern="0" dirty="0">
              <a:effectLst/>
              <a:ea typeface="+mn-lt"/>
              <a:cs typeface="+mn-lt"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 kern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4F4B8E0-67D9-4AA0-B671-9C4273AC8D79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23850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Buigingsverschijnsel</a:t>
            </a:r>
            <a:endParaRPr lang="nl-NL" altLang="nl-BE"/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BFA1E51A-0F53-4E5D-9139-A3E7AE6D654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908050"/>
            <a:ext cx="9144000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u="sng" dirty="0"/>
              <a:t>Buiging of diffractie:</a:t>
            </a:r>
            <a:r>
              <a:rPr lang="nl-BE" dirty="0"/>
              <a:t> golf valt in op scherm met kleine opening → voortplanting niet alleen in richting van golfstralen die door opening gaan, maar in alle richtingen → golven worden  afgebogen.</a:t>
            </a:r>
          </a:p>
        </p:txBody>
      </p:sp>
      <p:pic>
        <p:nvPicPr>
          <p:cNvPr id="8196" name="Picture 6">
            <a:extLst>
              <a:ext uri="{FF2B5EF4-FFF2-40B4-BE49-F238E27FC236}">
                <a16:creationId xmlns:a16="http://schemas.microsoft.com/office/drawing/2014/main" id="{5D62174C-1CD9-455C-8373-FD3F9C81FB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125" y="4005263"/>
            <a:ext cx="2281238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5" name="Rectangle 7">
            <a:extLst>
              <a:ext uri="{FF2B5EF4-FFF2-40B4-BE49-F238E27FC236}">
                <a16:creationId xmlns:a16="http://schemas.microsoft.com/office/drawing/2014/main" id="{A34836D8-956C-4D07-BDB0-70CD29F568A5}"/>
              </a:ext>
            </a:extLst>
          </p:cNvPr>
          <p:cNvSpPr>
            <a:spLocks noRot="1" noChangeArrowheads="1"/>
          </p:cNvSpPr>
          <p:nvPr/>
        </p:nvSpPr>
        <p:spPr bwMode="auto">
          <a:xfrm>
            <a:off x="0" y="4221163"/>
            <a:ext cx="6659563" cy="2160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Clr>
                <a:schemeClr val="hlink"/>
              </a:buClr>
              <a:buSzPct val="80000"/>
              <a:buFont typeface="Arial" charset="0"/>
              <a:buChar char="►"/>
              <a:defRPr/>
            </a:pPr>
            <a:r>
              <a:rPr lang="nl-BE" sz="3200" dirty="0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</a:rPr>
              <a:t>Verklaring: Beginsel van Huygens </a:t>
            </a:r>
            <a:r>
              <a:rPr lang="nl-BE" sz="3200" dirty="0">
                <a:effectLst>
                  <a:outerShdw blurRad="38100" dist="38100" dir="2700000" algn="tl">
                    <a:srgbClr val="000000"/>
                  </a:outerShdw>
                </a:effectLst>
                <a:cs typeface="Arial" charset="0"/>
                <a:sym typeface="Symbol" pitchFamily="18" charset="2"/>
              </a:rPr>
              <a:t> kleine opening → puntbron.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5DEDF8C1-6634-4764-9FA2-EEE17F3411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Buigingsverschijnsel</a:t>
            </a:r>
            <a:endParaRPr lang="nl-NL" altLang="nl-BE"/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30A8EFB-7DAB-41BE-BE8A-F0B8671C9DCC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1C8D6CFF-C7AD-4399-8E2C-8A6A3AA68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65175"/>
            <a:ext cx="9144000" cy="146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1" name="Picture 5">
            <a:extLst>
              <a:ext uri="{FF2B5EF4-FFF2-40B4-BE49-F238E27FC236}">
                <a16:creationId xmlns:a16="http://schemas.microsoft.com/office/drawing/2014/main" id="{00C0F0FE-B33F-4A6C-B6B4-EDFF164995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92375"/>
            <a:ext cx="3276600" cy="3176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6">
            <a:extLst>
              <a:ext uri="{FF2B5EF4-FFF2-40B4-BE49-F238E27FC236}">
                <a16:creationId xmlns:a16="http://schemas.microsoft.com/office/drawing/2014/main" id="{5A034969-73B3-4940-AF96-BCF4817217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37263" y="2492375"/>
            <a:ext cx="3106737" cy="316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7">
            <a:extLst>
              <a:ext uri="{FF2B5EF4-FFF2-40B4-BE49-F238E27FC236}">
                <a16:creationId xmlns:a16="http://schemas.microsoft.com/office/drawing/2014/main" id="{18843F20-6A1B-4D71-97D1-D0589E31B0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6092825"/>
            <a:ext cx="8505825" cy="42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4" name="Afbeelding 12" descr="huygens.png">
            <a:extLst>
              <a:ext uri="{FF2B5EF4-FFF2-40B4-BE49-F238E27FC236}">
                <a16:creationId xmlns:a16="http://schemas.microsoft.com/office/drawing/2014/main" id="{E873AE1B-281D-489A-A042-109C94DAD05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32" r="2632"/>
          <a:stretch>
            <a:fillRect/>
          </a:stretch>
        </p:blipFill>
        <p:spPr bwMode="auto">
          <a:xfrm>
            <a:off x="3276600" y="3284538"/>
            <a:ext cx="2735263" cy="1338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DA2DFD7-1E66-4181-84CB-5924B82566D4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Opdracht 1</a:t>
            </a:r>
            <a:endParaRPr lang="nl-NL" altLang="nl-BE"/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1DD16F69-8942-4C16-9F72-2FCC4A180270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 dirty="0"/>
          </a:p>
        </p:txBody>
      </p:sp>
      <p:pic>
        <p:nvPicPr>
          <p:cNvPr id="10244" name="Picture 4">
            <a:extLst>
              <a:ext uri="{FF2B5EF4-FFF2-40B4-BE49-F238E27FC236}">
                <a16:creationId xmlns:a16="http://schemas.microsoft.com/office/drawing/2014/main" id="{F25CC35C-A9CB-4401-817C-EA9BFB4AC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1125538"/>
            <a:ext cx="5292725" cy="108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45" name="Picture 5">
            <a:extLst>
              <a:ext uri="{FF2B5EF4-FFF2-40B4-BE49-F238E27FC236}">
                <a16:creationId xmlns:a16="http://schemas.microsoft.com/office/drawing/2014/main" id="{8CFD871F-0F70-427F-9807-480008F57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349500"/>
            <a:ext cx="3536950" cy="429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0698763F-AC56-407E-84E4-DCF21F2B8322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/>
              <a:t>Opdracht 2</a:t>
            </a:r>
            <a:endParaRPr lang="nl-NL" altLang="nl-BE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1F2058FD-2899-404C-976E-17140EB96BE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11268" name="Picture 4">
            <a:extLst>
              <a:ext uri="{FF2B5EF4-FFF2-40B4-BE49-F238E27FC236}">
                <a16:creationId xmlns:a16="http://schemas.microsoft.com/office/drawing/2014/main" id="{89DE1D10-417D-4673-AE6A-C2C3D912CE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276475"/>
            <a:ext cx="9144000" cy="1146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9DD11FD9-9838-477A-A2D6-DAD3A498FA3A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INTERFERENTIE: Verschijnsel</a:t>
            </a:r>
            <a:endParaRPr lang="nl-NL" altLang="nl-BE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C476FB2-FAFB-4227-B6BE-B1808AE6117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grpSp>
        <p:nvGrpSpPr>
          <p:cNvPr id="12292" name="Group 9">
            <a:extLst>
              <a:ext uri="{FF2B5EF4-FFF2-40B4-BE49-F238E27FC236}">
                <a16:creationId xmlns:a16="http://schemas.microsoft.com/office/drawing/2014/main" id="{09ED2BDE-3A52-4BF4-9567-BC3AC63375C1}"/>
              </a:ext>
            </a:extLst>
          </p:cNvPr>
          <p:cNvGrpSpPr>
            <a:grpSpLocks/>
          </p:cNvGrpSpPr>
          <p:nvPr/>
        </p:nvGrpSpPr>
        <p:grpSpPr bwMode="auto">
          <a:xfrm>
            <a:off x="0" y="981075"/>
            <a:ext cx="9144000" cy="2447925"/>
            <a:chOff x="0" y="618"/>
            <a:chExt cx="5760" cy="1542"/>
          </a:xfrm>
        </p:grpSpPr>
        <p:pic>
          <p:nvPicPr>
            <p:cNvPr id="12295" name="Picture 5">
              <a:extLst>
                <a:ext uri="{FF2B5EF4-FFF2-40B4-BE49-F238E27FC236}">
                  <a16:creationId xmlns:a16="http://schemas.microsoft.com/office/drawing/2014/main" id="{1918DDB8-DC0D-43CD-8566-01404E1D989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618"/>
              <a:ext cx="5760" cy="1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296" name="Picture 6">
              <a:extLst>
                <a:ext uri="{FF2B5EF4-FFF2-40B4-BE49-F238E27FC236}">
                  <a16:creationId xmlns:a16="http://schemas.microsoft.com/office/drawing/2014/main" id="{EFB73864-803F-4B16-B3DC-5E39E05769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8236"/>
            <a:stretch>
              <a:fillRect/>
            </a:stretch>
          </p:blipFill>
          <p:spPr bwMode="auto">
            <a:xfrm>
              <a:off x="0" y="1752"/>
              <a:ext cx="5760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2293" name="Picture 8">
            <a:extLst>
              <a:ext uri="{FF2B5EF4-FFF2-40B4-BE49-F238E27FC236}">
                <a16:creationId xmlns:a16="http://schemas.microsoft.com/office/drawing/2014/main" id="{FB697A64-4D9B-4CBF-B5FB-97F3053097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3560763"/>
            <a:ext cx="3311525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4" name="Picture 10">
            <a:extLst>
              <a:ext uri="{FF2B5EF4-FFF2-40B4-BE49-F238E27FC236}">
                <a16:creationId xmlns:a16="http://schemas.microsoft.com/office/drawing/2014/main" id="{6B24194F-9381-4086-825F-1A7F2761E3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27538" y="4005263"/>
            <a:ext cx="4249737" cy="227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9E67BAD1-5428-C95B-35DE-2D63E124ADB0}"/>
              </a:ext>
            </a:extLst>
          </p:cNvPr>
          <p:cNvSpPr txBox="1">
            <a:spLocks noRot="1" noChangeArrowheads="1"/>
          </p:cNvSpPr>
          <p:nvPr/>
        </p:nvSpPr>
        <p:spPr bwMode="auto">
          <a:xfrm>
            <a:off x="4144676" y="6273822"/>
            <a:ext cx="5056666" cy="791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charset="0"/>
              <a:buChar char="►"/>
              <a:defRPr sz="200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+mn-lt"/>
                <a:cs typeface="+mn-cs"/>
              </a:defRPr>
            </a:lvl9pPr>
          </a:lstStyle>
          <a:p>
            <a:pPr eaLnBrk="1" hangingPunct="1">
              <a:buFont typeface="Arial" charset="0"/>
              <a:buChar char="►"/>
              <a:defRPr/>
            </a:pPr>
            <a:r>
              <a:rPr lang="nl-BE" sz="2400" kern="0" dirty="0">
                <a:effectLst/>
                <a:ea typeface="+mn-lt"/>
                <a:cs typeface="+mn-lt"/>
                <a:hlinkClick r:id="rId6"/>
              </a:rPr>
              <a:t>http://www.falstad.com/ripple</a:t>
            </a:r>
            <a:endParaRPr lang="nl-BE" kern="0" dirty="0">
              <a:effectLst/>
              <a:ea typeface="+mn-lt"/>
              <a:cs typeface="+mn-lt"/>
            </a:endParaRPr>
          </a:p>
          <a:p>
            <a:pPr>
              <a:buFont typeface="Arial" charset="0"/>
              <a:buChar char="►"/>
              <a:defRPr/>
            </a:pPr>
            <a:endParaRPr lang="nl-BE" sz="2400" kern="0" dirty="0">
              <a:effectLst/>
              <a:ea typeface="+mn-lt"/>
              <a:cs typeface="+mn-lt"/>
            </a:endParaRPr>
          </a:p>
          <a:p>
            <a:pPr eaLnBrk="1" hangingPunct="1">
              <a:buFont typeface="Arial" charset="0"/>
              <a:buChar char="►"/>
              <a:defRPr/>
            </a:pPr>
            <a:endParaRPr lang="nl-BE" altLang="nl-BE" kern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B9BA38E4-3DD5-46EE-9802-310C4AA4692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242888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Interferentiepatroon</a:t>
            </a:r>
            <a:endParaRPr lang="nl-NL" altLang="nl-BE"/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F463DCC8-400B-429D-8CA5-7CC4E5D4BA95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620713"/>
            <a:ext cx="9144000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sz="2800"/>
              <a:t>Gebieden van o.a. maximale en minimale beweging zijn zeer goed gelokaliseerd als de trillingsbronnen coherent zijn. </a:t>
            </a:r>
          </a:p>
          <a:p>
            <a:pPr eaLnBrk="1" hangingPunct="1">
              <a:buFont typeface="Arial" charset="0"/>
              <a:buNone/>
              <a:defRPr/>
            </a:pPr>
            <a:endParaRPr lang="nl-BE" altLang="nl-BE" sz="2800"/>
          </a:p>
          <a:p>
            <a:pPr eaLnBrk="1" hangingPunct="1">
              <a:buFont typeface="Arial" charset="0"/>
              <a:buNone/>
              <a:defRPr/>
            </a:pPr>
            <a:endParaRPr lang="nl-NL" altLang="nl-BE"/>
          </a:p>
        </p:txBody>
      </p:sp>
      <p:pic>
        <p:nvPicPr>
          <p:cNvPr id="13316" name="Picture 4">
            <a:extLst>
              <a:ext uri="{FF2B5EF4-FFF2-40B4-BE49-F238E27FC236}">
                <a16:creationId xmlns:a16="http://schemas.microsoft.com/office/drawing/2014/main" id="{B35F07BD-D8E1-4C96-B044-5136D42358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927"/>
          <a:stretch>
            <a:fillRect/>
          </a:stretch>
        </p:blipFill>
        <p:spPr bwMode="auto">
          <a:xfrm>
            <a:off x="323850" y="6089650"/>
            <a:ext cx="8532813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7" name="Picture 6">
            <a:extLst>
              <a:ext uri="{FF2B5EF4-FFF2-40B4-BE49-F238E27FC236}">
                <a16:creationId xmlns:a16="http://schemas.microsoft.com/office/drawing/2014/main" id="{B173CC01-83BF-4E8E-82A2-39B679282C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205038"/>
            <a:ext cx="3419475" cy="340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318" name="Picture 7">
            <a:extLst>
              <a:ext uri="{FF2B5EF4-FFF2-40B4-BE49-F238E27FC236}">
                <a16:creationId xmlns:a16="http://schemas.microsoft.com/office/drawing/2014/main" id="{E1DD97E8-7CD6-4AC5-986F-C7E433305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lum bright="-12000" contrast="1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4663" y="1628775"/>
            <a:ext cx="4284662" cy="432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>
            <a:extLst>
              <a:ext uri="{FF2B5EF4-FFF2-40B4-BE49-F238E27FC236}">
                <a16:creationId xmlns:a16="http://schemas.microsoft.com/office/drawing/2014/main" id="{CDE919A8-0799-4B2D-9B73-A5AFE24B771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53975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Interferentie</a:t>
            </a:r>
            <a:endParaRPr lang="nl-NL" altLang="nl-BE"/>
          </a:p>
        </p:txBody>
      </p:sp>
      <p:sp>
        <p:nvSpPr>
          <p:cNvPr id="114691" name="Rectangle 3">
            <a:extLst>
              <a:ext uri="{FF2B5EF4-FFF2-40B4-BE49-F238E27FC236}">
                <a16:creationId xmlns:a16="http://schemas.microsoft.com/office/drawing/2014/main" id="{EC64DC89-3C90-4DDA-9B24-3B274F3D2841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252413" y="1235075"/>
            <a:ext cx="9144000" cy="4498975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sz="2800"/>
              <a:t>Het verschijnsel dat optreedt in een gebied waar trillingen samenkomen afkomstig van coherente trillingsbronnen wordt interferentie genoemd.</a:t>
            </a:r>
            <a:endParaRPr lang="nl-NL" altLang="nl-BE"/>
          </a:p>
        </p:txBody>
      </p:sp>
      <p:pic>
        <p:nvPicPr>
          <p:cNvPr id="14340" name="Picture 5">
            <a:extLst>
              <a:ext uri="{FF2B5EF4-FFF2-40B4-BE49-F238E27FC236}">
                <a16:creationId xmlns:a16="http://schemas.microsoft.com/office/drawing/2014/main" id="{D471D482-320B-4FD8-B6D2-09A752911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775" y="2760663"/>
            <a:ext cx="3419475" cy="340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AB5ED84-C6E5-F330-453E-BEFAFA7D1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Einde 18/3/25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E562A0A-E4B0-F4E3-CF23-48EEE25C5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375887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24B030D8-A876-4705-8A1E-9F50713C02F6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463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Interferentiepatroon</a:t>
            </a:r>
            <a:endParaRPr lang="nl-NL" altLang="nl-BE"/>
          </a:p>
        </p:txBody>
      </p:sp>
      <p:sp>
        <p:nvSpPr>
          <p:cNvPr id="111619" name="Rectangle 3">
            <a:extLst>
              <a:ext uri="{FF2B5EF4-FFF2-40B4-BE49-F238E27FC236}">
                <a16:creationId xmlns:a16="http://schemas.microsoft.com/office/drawing/2014/main" id="{44B79A94-F528-44E3-84B5-923D5C1FB848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1557338"/>
            <a:ext cx="5580063" cy="6237287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sz="2800"/>
              <a:t>De volle cirkels zijn golffronten die in fase trillen met de bron.</a:t>
            </a:r>
          </a:p>
          <a:p>
            <a:pPr lvl="1" eaLnBrk="1" hangingPunct="1">
              <a:defRPr/>
            </a:pPr>
            <a:r>
              <a:rPr lang="nl-BE" altLang="nl-BE" sz="2400"/>
              <a:t>afstand tot de bron: </a:t>
            </a:r>
            <a:r>
              <a:rPr lang="el-GR" altLang="nl-BE" sz="2400">
                <a:cs typeface="Tahoma" pitchFamily="34" charset="0"/>
              </a:rPr>
              <a:t>λ</a:t>
            </a:r>
            <a:r>
              <a:rPr lang="nl-BE" altLang="nl-BE" sz="2400">
                <a:cs typeface="Tahoma" pitchFamily="34" charset="0"/>
              </a:rPr>
              <a:t>, 2 </a:t>
            </a:r>
            <a:r>
              <a:rPr lang="el-GR" altLang="nl-BE" sz="2400">
                <a:cs typeface="Tahoma" pitchFamily="34" charset="0"/>
              </a:rPr>
              <a:t>λ</a:t>
            </a:r>
            <a:r>
              <a:rPr lang="nl-BE" altLang="nl-BE" sz="2400">
                <a:cs typeface="Tahoma" pitchFamily="34" charset="0"/>
              </a:rPr>
              <a:t>, 3 </a:t>
            </a:r>
            <a:r>
              <a:rPr lang="el-GR" altLang="nl-BE" sz="2400">
                <a:cs typeface="Tahoma" pitchFamily="34" charset="0"/>
              </a:rPr>
              <a:t>λ</a:t>
            </a:r>
            <a:r>
              <a:rPr lang="nl-BE" altLang="nl-BE" sz="2400">
                <a:cs typeface="Tahoma" pitchFamily="34" charset="0"/>
              </a:rPr>
              <a:t>, …</a:t>
            </a: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sz="2800">
                <a:cs typeface="Tahoma" pitchFamily="34" charset="0"/>
              </a:rPr>
              <a:t>De cirkels in stippellijn zijn golffronten die in tegenfase trillen met de bron.</a:t>
            </a:r>
          </a:p>
          <a:p>
            <a:pPr lvl="1" eaLnBrk="1" hangingPunct="1">
              <a:defRPr/>
            </a:pPr>
            <a:r>
              <a:rPr lang="nl-BE" altLang="nl-BE" sz="2400">
                <a:cs typeface="Tahoma" pitchFamily="34" charset="0"/>
              </a:rPr>
              <a:t>afstand tot de bron: 1/2</a:t>
            </a:r>
            <a:r>
              <a:rPr lang="el-GR" altLang="nl-BE" sz="2400">
                <a:cs typeface="Tahoma" pitchFamily="34" charset="0"/>
              </a:rPr>
              <a:t>λ</a:t>
            </a:r>
            <a:r>
              <a:rPr lang="nl-BE" altLang="nl-BE" sz="2400">
                <a:cs typeface="Tahoma" pitchFamily="34" charset="0"/>
              </a:rPr>
              <a:t>, 3/2</a:t>
            </a:r>
            <a:r>
              <a:rPr lang="el-GR" altLang="nl-BE" sz="2400">
                <a:cs typeface="Tahoma" pitchFamily="34" charset="0"/>
              </a:rPr>
              <a:t>λ</a:t>
            </a:r>
            <a:r>
              <a:rPr lang="nl-BE" altLang="nl-BE" sz="2400">
                <a:cs typeface="Tahoma" pitchFamily="34" charset="0"/>
              </a:rPr>
              <a:t>, 5/2</a:t>
            </a:r>
            <a:r>
              <a:rPr lang="el-GR" altLang="nl-BE" sz="2400">
                <a:cs typeface="Tahoma" pitchFamily="34" charset="0"/>
              </a:rPr>
              <a:t>λ</a:t>
            </a:r>
            <a:r>
              <a:rPr lang="nl-BE" altLang="nl-BE" sz="2400">
                <a:cs typeface="Tahoma" pitchFamily="34" charset="0"/>
              </a:rPr>
              <a:t>, …</a:t>
            </a:r>
          </a:p>
          <a:p>
            <a:pPr lvl="1" eaLnBrk="1" hangingPunct="1">
              <a:buFont typeface="Wingdings" panose="05000000000000000000" pitchFamily="2" charset="2"/>
              <a:buNone/>
              <a:defRPr/>
            </a:pPr>
            <a:endParaRPr lang="el-GR" altLang="nl-BE" sz="2400">
              <a:cs typeface="Tahoma" pitchFamily="34" charset="0"/>
            </a:endParaRPr>
          </a:p>
          <a:p>
            <a:pPr eaLnBrk="1" hangingPunct="1">
              <a:buFont typeface="Arial" charset="0"/>
              <a:buNone/>
              <a:defRPr/>
            </a:pPr>
            <a:endParaRPr lang="nl-BE" altLang="nl-BE" sz="2800"/>
          </a:p>
          <a:p>
            <a:pPr eaLnBrk="1" hangingPunct="1">
              <a:buFont typeface="Arial" charset="0"/>
              <a:buNone/>
              <a:defRPr/>
            </a:pPr>
            <a:endParaRPr lang="nl-NL" altLang="nl-BE"/>
          </a:p>
        </p:txBody>
      </p:sp>
      <p:pic>
        <p:nvPicPr>
          <p:cNvPr id="15364" name="Picture 6">
            <a:extLst>
              <a:ext uri="{FF2B5EF4-FFF2-40B4-BE49-F238E27FC236}">
                <a16:creationId xmlns:a16="http://schemas.microsoft.com/office/drawing/2014/main" id="{4C833865-EF5E-4489-B311-4AA107E05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13" y="1700213"/>
            <a:ext cx="357028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>
            <a:extLst>
              <a:ext uri="{FF2B5EF4-FFF2-40B4-BE49-F238E27FC236}">
                <a16:creationId xmlns:a16="http://schemas.microsoft.com/office/drawing/2014/main" id="{2E242BCB-0ACA-4521-AAF2-75603FC0708F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463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Constructieve interferentie</a:t>
            </a:r>
            <a:endParaRPr lang="nl-NL" altLang="nl-BE"/>
          </a:p>
        </p:txBody>
      </p:sp>
      <p:sp>
        <p:nvSpPr>
          <p:cNvPr id="112643" name="Rectangle 3">
            <a:extLst>
              <a:ext uri="{FF2B5EF4-FFF2-40B4-BE49-F238E27FC236}">
                <a16:creationId xmlns:a16="http://schemas.microsoft.com/office/drawing/2014/main" id="{04F85EFC-22D0-4F49-8B40-529D213FD90A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1557338"/>
            <a:ext cx="5580063" cy="6237287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>
                <a:cs typeface="Tahoma" pitchFamily="34" charset="0"/>
              </a:rPr>
              <a:t>2 volle cirkels trillen onderling in fase </a:t>
            </a:r>
            <a:r>
              <a:rPr lang="nl-BE" altLang="nl-BE" dirty="0">
                <a:ea typeface="Arial Unicode MS" pitchFamily="34" charset="-128"/>
                <a:cs typeface="Tahoma" pitchFamily="34" charset="0"/>
              </a:rPr>
              <a:t>→ versterking of constructieve interferentie</a:t>
            </a:r>
            <a:r>
              <a:rPr lang="nl-BE" altLang="nl-BE" dirty="0">
                <a:cs typeface="Tahoma" pitchFamily="34" charset="0"/>
              </a:rPr>
              <a:t>;</a:t>
            </a:r>
            <a:br>
              <a:rPr lang="nl-BE" altLang="nl-BE" dirty="0">
                <a:cs typeface="Tahoma" pitchFamily="34" charset="0"/>
              </a:rPr>
            </a:br>
            <a:endParaRPr lang="nl-BE" altLang="nl-BE" dirty="0">
              <a:cs typeface="Tahoma" pitchFamily="34" charset="0"/>
            </a:endParaRPr>
          </a:p>
          <a:p>
            <a:pPr eaLnBrk="1" hangingPunct="1">
              <a:buFont typeface="Arial" charset="0"/>
              <a:buChar char="►"/>
              <a:defRPr/>
            </a:pPr>
            <a:r>
              <a:rPr lang="nl-BE" altLang="nl-BE" dirty="0">
                <a:cs typeface="Tahoma" pitchFamily="34" charset="0"/>
              </a:rPr>
              <a:t>2 cirkels in stippellijn trillen onderling in fase</a:t>
            </a:r>
            <a:r>
              <a:rPr lang="nl-BE" altLang="nl-BE" dirty="0">
                <a:ea typeface="Arial Unicode MS" pitchFamily="34" charset="-128"/>
                <a:cs typeface="Arial Unicode MS" pitchFamily="34" charset="-128"/>
              </a:rPr>
              <a:t>→ versterking of constructieve interferentie</a:t>
            </a:r>
            <a:r>
              <a:rPr lang="nl-BE" altLang="nl-BE" dirty="0">
                <a:cs typeface="Tahoma" pitchFamily="34" charset="0"/>
              </a:rPr>
              <a:t>.</a:t>
            </a:r>
            <a:endParaRPr lang="nl-BE" altLang="nl-BE" dirty="0"/>
          </a:p>
          <a:p>
            <a:pPr eaLnBrk="1" hangingPunct="1">
              <a:buFont typeface="Arial" charset="0"/>
              <a:buNone/>
              <a:defRPr/>
            </a:pPr>
            <a:endParaRPr lang="nl-BE" altLang="nl-BE" dirty="0"/>
          </a:p>
          <a:p>
            <a:pPr eaLnBrk="1" hangingPunct="1">
              <a:buFont typeface="Arial" charset="0"/>
              <a:buNone/>
              <a:defRPr/>
            </a:pPr>
            <a:endParaRPr lang="nl-NL" altLang="nl-BE" sz="3600" dirty="0"/>
          </a:p>
        </p:txBody>
      </p:sp>
      <p:pic>
        <p:nvPicPr>
          <p:cNvPr id="16388" name="Picture 4">
            <a:extLst>
              <a:ext uri="{FF2B5EF4-FFF2-40B4-BE49-F238E27FC236}">
                <a16:creationId xmlns:a16="http://schemas.microsoft.com/office/drawing/2014/main" id="{3F922588-ED2D-4FAF-81BB-A8CB58FEFA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3713" y="1700213"/>
            <a:ext cx="3570287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C09E8D55-C462-4FFA-AEA5-3DA860BBAEB7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463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endParaRPr lang="nl-BE" altLang="nl-BE"/>
          </a:p>
        </p:txBody>
      </p:sp>
      <p:pic>
        <p:nvPicPr>
          <p:cNvPr id="17411" name="Picture 4">
            <a:extLst>
              <a:ext uri="{FF2B5EF4-FFF2-40B4-BE49-F238E27FC236}">
                <a16:creationId xmlns:a16="http://schemas.microsoft.com/office/drawing/2014/main" id="{7B680EBB-6EDE-4DBC-B936-FF4034B98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26988"/>
            <a:ext cx="6772275" cy="683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2">
            <a:extLst>
              <a:ext uri="{FF2B5EF4-FFF2-40B4-BE49-F238E27FC236}">
                <a16:creationId xmlns:a16="http://schemas.microsoft.com/office/drawing/2014/main" id="{C6C9D70F-9C62-4429-98A2-FE9BEB7044B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463"/>
            <a:ext cx="8540750" cy="1143001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Destructieve interferentie</a:t>
            </a:r>
            <a:endParaRPr lang="nl-NL" altLang="nl-BE"/>
          </a:p>
        </p:txBody>
      </p:sp>
      <p:sp>
        <p:nvSpPr>
          <p:cNvPr id="113667" name="Rectangle 3">
            <a:extLst>
              <a:ext uri="{FF2B5EF4-FFF2-40B4-BE49-F238E27FC236}">
                <a16:creationId xmlns:a16="http://schemas.microsoft.com/office/drawing/2014/main" id="{12BCFAAE-D0E2-4192-B732-43D8FC777523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>
          <a:xfrm>
            <a:off x="0" y="1557338"/>
            <a:ext cx="5580063" cy="6237287"/>
          </a:xfrm>
        </p:spPr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r>
              <a:rPr lang="nl-BE" altLang="nl-BE">
                <a:cs typeface="Tahoma" pitchFamily="34" charset="0"/>
              </a:rPr>
              <a:t>Volle cirkels trillen in tegenfase met cirkels in stippellijn </a:t>
            </a:r>
            <a:r>
              <a:rPr lang="nl-BE" altLang="nl-BE">
                <a:ea typeface="Arial Unicode MS" pitchFamily="34" charset="-128"/>
                <a:cs typeface="Tahoma" pitchFamily="34" charset="0"/>
              </a:rPr>
              <a:t>→ uitdoving of destructieve interferentie</a:t>
            </a:r>
            <a:r>
              <a:rPr lang="nl-BE" altLang="nl-BE">
                <a:cs typeface="Tahoma" pitchFamily="34" charset="0"/>
              </a:rPr>
              <a:t>.</a:t>
            </a:r>
            <a:endParaRPr lang="el-GR" altLang="nl-BE">
              <a:cs typeface="Tahoma" pitchFamily="34" charset="0"/>
            </a:endParaRPr>
          </a:p>
          <a:p>
            <a:pPr eaLnBrk="1" hangingPunct="1">
              <a:buFont typeface="Arial" charset="0"/>
              <a:buNone/>
              <a:defRPr/>
            </a:pPr>
            <a:endParaRPr lang="nl-BE" altLang="nl-BE">
              <a:cs typeface="Tahoma" pitchFamily="34" charset="0"/>
            </a:endParaRPr>
          </a:p>
          <a:p>
            <a:pPr eaLnBrk="1" hangingPunct="1">
              <a:buFont typeface="Arial" charset="0"/>
              <a:buNone/>
              <a:defRPr/>
            </a:pPr>
            <a:endParaRPr lang="nl-NL" altLang="nl-BE" sz="3600"/>
          </a:p>
        </p:txBody>
      </p:sp>
      <p:pic>
        <p:nvPicPr>
          <p:cNvPr id="18436" name="Picture 4">
            <a:extLst>
              <a:ext uri="{FF2B5EF4-FFF2-40B4-BE49-F238E27FC236}">
                <a16:creationId xmlns:a16="http://schemas.microsoft.com/office/drawing/2014/main" id="{C9D9DB78-F63A-49B3-B26D-5BD5B6B4D6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lum bright="-18000" contras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6825" y="1628775"/>
            <a:ext cx="3997325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088BBE26-21AB-40DD-B4E1-852C34DD2B4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250825" y="-1714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Interferentie</a:t>
            </a:r>
            <a:endParaRPr lang="nl-NL" altLang="nl-BE"/>
          </a:p>
        </p:txBody>
      </p:sp>
      <p:pic>
        <p:nvPicPr>
          <p:cNvPr id="19459" name="Picture 9">
            <a:extLst>
              <a:ext uri="{FF2B5EF4-FFF2-40B4-BE49-F238E27FC236}">
                <a16:creationId xmlns:a16="http://schemas.microsoft.com/office/drawing/2014/main" id="{75EFE4D0-A3A0-4E67-8FD6-C659168BBC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150" y="836613"/>
            <a:ext cx="5329238" cy="285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0" name="Line 12">
            <a:extLst>
              <a:ext uri="{FF2B5EF4-FFF2-40B4-BE49-F238E27FC236}">
                <a16:creationId xmlns:a16="http://schemas.microsoft.com/office/drawing/2014/main" id="{0DCE626E-834A-4AD7-A388-1765EF7ECA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835150" y="3429000"/>
            <a:ext cx="2160588" cy="1152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19461" name="Line 14">
            <a:extLst>
              <a:ext uri="{FF2B5EF4-FFF2-40B4-BE49-F238E27FC236}">
                <a16:creationId xmlns:a16="http://schemas.microsoft.com/office/drawing/2014/main" id="{17223F10-5BC3-41ED-B939-1C474F7CE0AD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580063" y="3357563"/>
            <a:ext cx="863600" cy="11509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nl-BE"/>
          </a:p>
        </p:txBody>
      </p:sp>
      <p:sp>
        <p:nvSpPr>
          <p:cNvPr id="19462" name="Text Box 15">
            <a:extLst>
              <a:ext uri="{FF2B5EF4-FFF2-40B4-BE49-F238E27FC236}">
                <a16:creationId xmlns:a16="http://schemas.microsoft.com/office/drawing/2014/main" id="{D680F916-C969-4F8A-BAB5-ED02F09D6A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4568825"/>
            <a:ext cx="3600450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nl-BE" altLang="nl-BE" sz="2400"/>
              <a:t>Uitdoving of destructieve interferentie;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nl-BE" altLang="nl-BE" sz="2400"/>
              <a:t>trillingen met minimale amplitude (verschil van A</a:t>
            </a:r>
            <a:r>
              <a:rPr lang="nl-BE" altLang="nl-BE" sz="2400" baseline="-25000"/>
              <a:t>1</a:t>
            </a:r>
            <a:r>
              <a:rPr lang="nl-BE" altLang="nl-BE" sz="2400"/>
              <a:t> en </a:t>
            </a:r>
            <a:r>
              <a:rPr lang="nl-BE" altLang="nl-BE" sz="2400" baseline="-25000"/>
              <a:t> </a:t>
            </a:r>
            <a:r>
              <a:rPr lang="nl-BE" altLang="nl-BE" sz="2400"/>
              <a:t>A</a:t>
            </a:r>
            <a:r>
              <a:rPr lang="nl-BE" altLang="nl-BE" sz="2400" baseline="-25000"/>
              <a:t>2</a:t>
            </a:r>
            <a:r>
              <a:rPr lang="nl-BE" altLang="nl-BE" sz="2400"/>
              <a:t>).</a:t>
            </a:r>
            <a:endParaRPr lang="nl-NL" altLang="nl-BE" sz="2400"/>
          </a:p>
        </p:txBody>
      </p:sp>
      <p:sp>
        <p:nvSpPr>
          <p:cNvPr id="19463" name="Text Box 16">
            <a:extLst>
              <a:ext uri="{FF2B5EF4-FFF2-40B4-BE49-F238E27FC236}">
                <a16:creationId xmlns:a16="http://schemas.microsoft.com/office/drawing/2014/main" id="{503A6216-963B-4938-8965-249153D200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4525963"/>
            <a:ext cx="3995737" cy="2647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80000"/>
              <a:buFont typeface="Arial" panose="020B0604020202020204" pitchFamily="34" charset="0"/>
              <a:buChar char="►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nl-BE" altLang="nl-BE" sz="2400"/>
              <a:t>Versterking of constructieve interferentie;</a:t>
            </a:r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nl-BE" altLang="nl-BE" sz="2400"/>
              <a:t>trillingen met maximale amplitude (som van A</a:t>
            </a:r>
            <a:r>
              <a:rPr lang="nl-BE" altLang="nl-BE" sz="2400" baseline="-25000"/>
              <a:t>1</a:t>
            </a:r>
            <a:r>
              <a:rPr lang="nl-BE" altLang="nl-BE" sz="2400"/>
              <a:t> en </a:t>
            </a:r>
            <a:r>
              <a:rPr lang="nl-BE" altLang="nl-BE" sz="2400" baseline="-25000"/>
              <a:t> </a:t>
            </a:r>
            <a:r>
              <a:rPr lang="nl-BE" altLang="nl-BE" sz="2400"/>
              <a:t>A</a:t>
            </a:r>
            <a:r>
              <a:rPr lang="nl-BE" altLang="nl-BE" sz="2400" baseline="-25000"/>
              <a:t>2</a:t>
            </a:r>
            <a:r>
              <a:rPr lang="nl-BE" altLang="nl-BE" sz="2400"/>
              <a:t>).</a:t>
            </a:r>
            <a:endParaRPr lang="nl-NL" altLang="nl-BE" sz="2400"/>
          </a:p>
          <a:p>
            <a:pPr eaLnBrk="1" hangingPunct="1">
              <a:spcBef>
                <a:spcPct val="50000"/>
              </a:spcBef>
              <a:buClrTx/>
              <a:buSzTx/>
              <a:buFontTx/>
              <a:buNone/>
            </a:pPr>
            <a:endParaRPr lang="nl-NL" altLang="nl-BE" sz="24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>
            <a:extLst>
              <a:ext uri="{FF2B5EF4-FFF2-40B4-BE49-F238E27FC236}">
                <a16:creationId xmlns:a16="http://schemas.microsoft.com/office/drawing/2014/main" id="{33DF8087-E0D3-4E55-8B90-DEEBF6BBA85D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</a:t>
            </a:r>
            <a:endParaRPr lang="nl-NL" altLang="nl-BE" dirty="0"/>
          </a:p>
        </p:txBody>
      </p:sp>
      <p:sp>
        <p:nvSpPr>
          <p:cNvPr id="102403" name="Rectangle 3">
            <a:extLst>
              <a:ext uri="{FF2B5EF4-FFF2-40B4-BE49-F238E27FC236}">
                <a16:creationId xmlns:a16="http://schemas.microsoft.com/office/drawing/2014/main" id="{969A2D3F-FF9E-47C5-BC5F-18F62F9B6CDD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ECEE459F-58A7-4A85-9904-725878E6FD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060575"/>
            <a:ext cx="9144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7A37A9FE-CBDD-46C2-961B-052229989DA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-2349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</a:t>
            </a:r>
            <a:endParaRPr lang="nl-NL" altLang="nl-BE" dirty="0"/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4E55FECE-AB1D-45FA-9948-FD151FAC85B9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1508" name="Picture 5">
            <a:extLst>
              <a:ext uri="{FF2B5EF4-FFF2-40B4-BE49-F238E27FC236}">
                <a16:creationId xmlns:a16="http://schemas.microsoft.com/office/drawing/2014/main" id="{C69EE61F-444A-468C-96DE-4985D65454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088" y="765175"/>
            <a:ext cx="7451725" cy="6069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95BD6CD3-6EB8-436F-991A-322E391BE0B3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-2349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</a:t>
            </a:r>
            <a:endParaRPr lang="nl-NL" altLang="nl-BE" dirty="0"/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36D2C05D-B789-4E58-BFBA-DC8D8D5A74D2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2532" name="Picture 5">
            <a:extLst>
              <a:ext uri="{FF2B5EF4-FFF2-40B4-BE49-F238E27FC236}">
                <a16:creationId xmlns:a16="http://schemas.microsoft.com/office/drawing/2014/main" id="{D5E375AC-6740-425D-AB5B-65AC9A4428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0113" y="2420938"/>
            <a:ext cx="7451725" cy="399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Picture 6">
            <a:extLst>
              <a:ext uri="{FF2B5EF4-FFF2-40B4-BE49-F238E27FC236}">
                <a16:creationId xmlns:a16="http://schemas.microsoft.com/office/drawing/2014/main" id="{E0ED0DD8-0979-4E41-BA7B-F8E5DF952B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08050"/>
            <a:ext cx="9144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>
            <a:extLst>
              <a:ext uri="{FF2B5EF4-FFF2-40B4-BE49-F238E27FC236}">
                <a16:creationId xmlns:a16="http://schemas.microsoft.com/office/drawing/2014/main" id="{C7E68938-8CF6-4AC5-8F08-66FD5B4BFB0E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-2349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 dirty="0"/>
              <a:t>Opdracht</a:t>
            </a:r>
            <a:endParaRPr lang="nl-NL" altLang="nl-BE" dirty="0"/>
          </a:p>
        </p:txBody>
      </p:sp>
      <p:sp>
        <p:nvSpPr>
          <p:cNvPr id="106499" name="Rectangle 3">
            <a:extLst>
              <a:ext uri="{FF2B5EF4-FFF2-40B4-BE49-F238E27FC236}">
                <a16:creationId xmlns:a16="http://schemas.microsoft.com/office/drawing/2014/main" id="{35AB2463-0B75-44E7-901D-4958437C461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3556" name="Picture 6">
            <a:extLst>
              <a:ext uri="{FF2B5EF4-FFF2-40B4-BE49-F238E27FC236}">
                <a16:creationId xmlns:a16="http://schemas.microsoft.com/office/drawing/2014/main" id="{1703F9C5-C764-42CC-A193-A12B267A42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913" y="908050"/>
            <a:ext cx="6264275" cy="5734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10E37108-07CE-4C22-BD6E-DF3D3EC64781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301625" y="-234950"/>
            <a:ext cx="8540750" cy="1143000"/>
          </a:xfrm>
        </p:spPr>
        <p:txBody>
          <a:bodyPr/>
          <a:lstStyle/>
          <a:p>
            <a:pPr eaLnBrk="1" hangingPunct="1">
              <a:defRPr/>
            </a:pPr>
            <a:r>
              <a:rPr lang="nl-BE" altLang="nl-BE"/>
              <a:t>Opdracht</a:t>
            </a:r>
            <a:endParaRPr lang="nl-NL" altLang="nl-BE" dirty="0"/>
          </a:p>
        </p:txBody>
      </p:sp>
      <p:sp>
        <p:nvSpPr>
          <p:cNvPr id="107523" name="Rectangle 3">
            <a:extLst>
              <a:ext uri="{FF2B5EF4-FFF2-40B4-BE49-F238E27FC236}">
                <a16:creationId xmlns:a16="http://schemas.microsoft.com/office/drawing/2014/main" id="{509C20C6-708D-48B3-B384-B716D45F891E}"/>
              </a:ext>
            </a:extLst>
          </p:cNvPr>
          <p:cNvSpPr>
            <a:spLocks noGrp="1" noRot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►"/>
              <a:defRPr/>
            </a:pPr>
            <a:endParaRPr lang="nl-BE" altLang="nl-BE"/>
          </a:p>
        </p:txBody>
      </p:sp>
      <p:pic>
        <p:nvPicPr>
          <p:cNvPr id="24580" name="Picture 5">
            <a:extLst>
              <a:ext uri="{FF2B5EF4-FFF2-40B4-BE49-F238E27FC236}">
                <a16:creationId xmlns:a16="http://schemas.microsoft.com/office/drawing/2014/main" id="{A5113180-D346-4878-833D-4F1E4513C0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052513"/>
            <a:ext cx="9144000" cy="5353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ompas">
  <a:themeElements>
    <a:clrScheme name="Kompas 2">
      <a:dk1>
        <a:srgbClr val="5B5D6B"/>
      </a:dk1>
      <a:lt1>
        <a:srgbClr val="FFFFFF"/>
      </a:lt1>
      <a:dk2>
        <a:srgbClr val="5A5C6C"/>
      </a:dk2>
      <a:lt2>
        <a:srgbClr val="FFFFCC"/>
      </a:lt2>
      <a:accent1>
        <a:srgbClr val="9966FF"/>
      </a:accent1>
      <a:accent2>
        <a:srgbClr val="9383B3"/>
      </a:accent2>
      <a:accent3>
        <a:srgbClr val="B5B5BA"/>
      </a:accent3>
      <a:accent4>
        <a:srgbClr val="DADADA"/>
      </a:accent4>
      <a:accent5>
        <a:srgbClr val="CAB8FF"/>
      </a:accent5>
      <a:accent6>
        <a:srgbClr val="8576A2"/>
      </a:accent6>
      <a:hlink>
        <a:srgbClr val="A3C145"/>
      </a:hlink>
      <a:folHlink>
        <a:srgbClr val="6FA9B7"/>
      </a:folHlink>
    </a:clrScheme>
    <a:fontScheme name="Kompas">
      <a:majorFont>
        <a:latin typeface="Tahoma"/>
        <a:ea typeface=""/>
        <a:cs typeface="Arial"/>
      </a:majorFont>
      <a:minorFont>
        <a:latin typeface="Tahoma"/>
        <a:ea typeface=""/>
        <a:cs typeface="Arial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Kompas 1">
        <a:dk1>
          <a:srgbClr val="00007A"/>
        </a:dk1>
        <a:lt1>
          <a:srgbClr val="FFFFFF"/>
        </a:lt1>
        <a:dk2>
          <a:srgbClr val="000066"/>
        </a:dk2>
        <a:lt2>
          <a:srgbClr val="CCECFF"/>
        </a:lt2>
        <a:accent1>
          <a:srgbClr val="6F64C2"/>
        </a:accent1>
        <a:accent2>
          <a:srgbClr val="0089BA"/>
        </a:accent2>
        <a:accent3>
          <a:srgbClr val="AAAAB8"/>
        </a:accent3>
        <a:accent4>
          <a:srgbClr val="DADADA"/>
        </a:accent4>
        <a:accent5>
          <a:srgbClr val="BBB8DD"/>
        </a:accent5>
        <a:accent6>
          <a:srgbClr val="007CA8"/>
        </a:accent6>
        <a:hlink>
          <a:srgbClr val="66CCFF"/>
        </a:hlink>
        <a:folHlink>
          <a:srgbClr val="00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2">
        <a:dk1>
          <a:srgbClr val="5B5D6B"/>
        </a:dk1>
        <a:lt1>
          <a:srgbClr val="FFFFFF"/>
        </a:lt1>
        <a:dk2>
          <a:srgbClr val="5A5C6C"/>
        </a:dk2>
        <a:lt2>
          <a:srgbClr val="FFFFCC"/>
        </a:lt2>
        <a:accent1>
          <a:srgbClr val="9966FF"/>
        </a:accent1>
        <a:accent2>
          <a:srgbClr val="9383B3"/>
        </a:accent2>
        <a:accent3>
          <a:srgbClr val="B5B5BA"/>
        </a:accent3>
        <a:accent4>
          <a:srgbClr val="DADADA"/>
        </a:accent4>
        <a:accent5>
          <a:srgbClr val="CAB8FF"/>
        </a:accent5>
        <a:accent6>
          <a:srgbClr val="8576A2"/>
        </a:accent6>
        <a:hlink>
          <a:srgbClr val="A3C145"/>
        </a:hlink>
        <a:folHlink>
          <a:srgbClr val="6FA9B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3">
        <a:dk1>
          <a:srgbClr val="860000"/>
        </a:dk1>
        <a:lt1>
          <a:srgbClr val="FFFFFF"/>
        </a:lt1>
        <a:dk2>
          <a:srgbClr val="800000"/>
        </a:dk2>
        <a:lt2>
          <a:srgbClr val="FFFFCC"/>
        </a:lt2>
        <a:accent1>
          <a:srgbClr val="FF6600"/>
        </a:accent1>
        <a:accent2>
          <a:srgbClr val="FF9933"/>
        </a:accent2>
        <a:accent3>
          <a:srgbClr val="C0AAAA"/>
        </a:accent3>
        <a:accent4>
          <a:srgbClr val="DADADA"/>
        </a:accent4>
        <a:accent5>
          <a:srgbClr val="FFB8AA"/>
        </a:accent5>
        <a:accent6>
          <a:srgbClr val="E78A2D"/>
        </a:accent6>
        <a:hlink>
          <a:srgbClr val="FFCC00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4">
        <a:dk1>
          <a:srgbClr val="676A5C"/>
        </a:dk1>
        <a:lt1>
          <a:srgbClr val="FFFFFF"/>
        </a:lt1>
        <a:dk2>
          <a:srgbClr val="686B5D"/>
        </a:dk2>
        <a:lt2>
          <a:srgbClr val="FFFFCC"/>
        </a:lt2>
        <a:accent1>
          <a:srgbClr val="CC6600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E2B8AA"/>
        </a:accent5>
        <a:accent6>
          <a:srgbClr val="738F98"/>
        </a:accent6>
        <a:hlink>
          <a:srgbClr val="DDBF4F"/>
        </a:hlink>
        <a:folHlink>
          <a:srgbClr val="B7B6A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5">
        <a:dk1>
          <a:srgbClr val="AC835E"/>
        </a:dk1>
        <a:lt1>
          <a:srgbClr val="FFFFFF"/>
        </a:lt1>
        <a:dk2>
          <a:srgbClr val="AE8764"/>
        </a:dk2>
        <a:lt2>
          <a:srgbClr val="FFFFCC"/>
        </a:lt2>
        <a:accent1>
          <a:srgbClr val="CC6600"/>
        </a:accent1>
        <a:accent2>
          <a:srgbClr val="FF5050"/>
        </a:accent2>
        <a:accent3>
          <a:srgbClr val="D3C3B8"/>
        </a:accent3>
        <a:accent4>
          <a:srgbClr val="DADADA"/>
        </a:accent4>
        <a:accent5>
          <a:srgbClr val="E2B8AA"/>
        </a:accent5>
        <a:accent6>
          <a:srgbClr val="E74848"/>
        </a:accent6>
        <a:hlink>
          <a:srgbClr val="FFCC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6">
        <a:dk1>
          <a:srgbClr val="526133"/>
        </a:dk1>
        <a:lt1>
          <a:srgbClr val="FFFFFF"/>
        </a:lt1>
        <a:dk2>
          <a:srgbClr val="4E5D31"/>
        </a:dk2>
        <a:lt2>
          <a:srgbClr val="FFFFCC"/>
        </a:lt2>
        <a:accent1>
          <a:srgbClr val="99CC00"/>
        </a:accent1>
        <a:accent2>
          <a:srgbClr val="7A9505"/>
        </a:accent2>
        <a:accent3>
          <a:srgbClr val="B2B6AD"/>
        </a:accent3>
        <a:accent4>
          <a:srgbClr val="DADADA"/>
        </a:accent4>
        <a:accent5>
          <a:srgbClr val="CAE2AA"/>
        </a:accent5>
        <a:accent6>
          <a:srgbClr val="6E8704"/>
        </a:accent6>
        <a:hlink>
          <a:srgbClr val="FFCC00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7">
        <a:dk1>
          <a:srgbClr val="000000"/>
        </a:dk1>
        <a:lt1>
          <a:srgbClr val="DDDCC5"/>
        </a:lt1>
        <a:dk2>
          <a:srgbClr val="95934B"/>
        </a:dk2>
        <a:lt2>
          <a:srgbClr val="DBDAC3"/>
        </a:lt2>
        <a:accent1>
          <a:srgbClr val="EAEBE1"/>
        </a:accent1>
        <a:accent2>
          <a:srgbClr val="9DB0B7"/>
        </a:accent2>
        <a:accent3>
          <a:srgbClr val="EBEBDF"/>
        </a:accent3>
        <a:accent4>
          <a:srgbClr val="000000"/>
        </a:accent4>
        <a:accent5>
          <a:srgbClr val="F3F3EE"/>
        </a:accent5>
        <a:accent6>
          <a:srgbClr val="8E9FA6"/>
        </a:accent6>
        <a:hlink>
          <a:srgbClr val="009900"/>
        </a:hlink>
        <a:folHlink>
          <a:srgbClr val="8080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Kompas 8">
        <a:dk1>
          <a:srgbClr val="007E7B"/>
        </a:dk1>
        <a:lt1>
          <a:srgbClr val="FFFFFF"/>
        </a:lt1>
        <a:dk2>
          <a:srgbClr val="008080"/>
        </a:dk2>
        <a:lt2>
          <a:srgbClr val="FFFF99"/>
        </a:lt2>
        <a:accent1>
          <a:srgbClr val="33CCCC"/>
        </a:accent1>
        <a:accent2>
          <a:srgbClr val="00CC66"/>
        </a:accent2>
        <a:accent3>
          <a:srgbClr val="AAC0C0"/>
        </a:accent3>
        <a:accent4>
          <a:srgbClr val="DADADA"/>
        </a:accent4>
        <a:accent5>
          <a:srgbClr val="ADE2E2"/>
        </a:accent5>
        <a:accent6>
          <a:srgbClr val="00B95C"/>
        </a:accent6>
        <a:hlink>
          <a:srgbClr val="CCFFCC"/>
        </a:hlink>
        <a:folHlink>
          <a:srgbClr val="FFFF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Kompas 9">
        <a:dk1>
          <a:srgbClr val="000000"/>
        </a:dk1>
        <a:lt1>
          <a:srgbClr val="FFFFFF"/>
        </a:lt1>
        <a:dk2>
          <a:srgbClr val="000000"/>
        </a:dk2>
        <a:lt2>
          <a:srgbClr val="FEFEFE"/>
        </a:lt2>
        <a:accent1>
          <a:srgbClr val="E1E1FF"/>
        </a:accent1>
        <a:accent2>
          <a:srgbClr val="D9FFF8"/>
        </a:accent2>
        <a:accent3>
          <a:srgbClr val="FFFFFF"/>
        </a:accent3>
        <a:accent4>
          <a:srgbClr val="000000"/>
        </a:accent4>
        <a:accent5>
          <a:srgbClr val="EEEEFF"/>
        </a:accent5>
        <a:accent6>
          <a:srgbClr val="C4E7E1"/>
        </a:accent6>
        <a:hlink>
          <a:srgbClr val="9966FF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Compass</Template>
  <TotalTime>1798</TotalTime>
  <Words>352</Words>
  <Application>Microsoft Office PowerPoint</Application>
  <PresentationFormat>Diavoorstelling (4:3)</PresentationFormat>
  <Paragraphs>52</Paragraphs>
  <Slides>23</Slides>
  <Notes>1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23</vt:i4>
      </vt:variant>
    </vt:vector>
  </HeadingPairs>
  <TitlesOfParts>
    <vt:vector size="29" baseType="lpstr">
      <vt:lpstr>Aptos</vt:lpstr>
      <vt:lpstr>Arial</vt:lpstr>
      <vt:lpstr>Arial Unicode MS</vt:lpstr>
      <vt:lpstr>Tahoma</vt:lpstr>
      <vt:lpstr>Wingdings</vt:lpstr>
      <vt:lpstr>Kompas</vt:lpstr>
      <vt:lpstr>Verschijnselen bij lopende golven</vt:lpstr>
      <vt:lpstr>BUIGING: Het beginsel van Huygens</vt:lpstr>
      <vt:lpstr>Het beginsel van Huygens</vt:lpstr>
      <vt:lpstr>Het beginsel van Huygens</vt:lpstr>
      <vt:lpstr>Buigingsverschijnsel</vt:lpstr>
      <vt:lpstr>Buigingsverschijnsel</vt:lpstr>
      <vt:lpstr>Buigingsverschijnsel</vt:lpstr>
      <vt:lpstr>Opdracht 1</vt:lpstr>
      <vt:lpstr>Opdracht 2</vt:lpstr>
      <vt:lpstr>INTERFERENTIE: Verschijnsel</vt:lpstr>
      <vt:lpstr>Interferentiepatroon</vt:lpstr>
      <vt:lpstr>Interferentie</vt:lpstr>
      <vt:lpstr>Einde 18/3/25</vt:lpstr>
      <vt:lpstr>Interferentiepatroon</vt:lpstr>
      <vt:lpstr>Constructieve interferentie</vt:lpstr>
      <vt:lpstr>PowerPoint-presentatie</vt:lpstr>
      <vt:lpstr>Destructieve interferentie</vt:lpstr>
      <vt:lpstr>Interferentie</vt:lpstr>
      <vt:lpstr>Opdracht</vt:lpstr>
      <vt:lpstr>Opdracht</vt:lpstr>
      <vt:lpstr>Opdracht</vt:lpstr>
      <vt:lpstr>Opdracht</vt:lpstr>
      <vt:lpstr>Opdracht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Eigenschappen van lopende golven</dc:title>
  <dc:creator>koen</dc:creator>
  <cp:lastModifiedBy>Koen DE BELIE</cp:lastModifiedBy>
  <cp:revision>80</cp:revision>
  <dcterms:created xsi:type="dcterms:W3CDTF">2008-01-16T16:56:22Z</dcterms:created>
  <dcterms:modified xsi:type="dcterms:W3CDTF">2025-03-25T18:43:25Z</dcterms:modified>
</cp:coreProperties>
</file>