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9"/>
  </p:notesMasterIdLst>
  <p:sldIdLst>
    <p:sldId id="256" r:id="rId2"/>
    <p:sldId id="291" r:id="rId3"/>
    <p:sldId id="292" r:id="rId4"/>
    <p:sldId id="294" r:id="rId5"/>
    <p:sldId id="258" r:id="rId6"/>
    <p:sldId id="261" r:id="rId7"/>
    <p:sldId id="259" r:id="rId8"/>
    <p:sldId id="262" r:id="rId9"/>
    <p:sldId id="263" r:id="rId10"/>
    <p:sldId id="260" r:id="rId11"/>
    <p:sldId id="270" r:id="rId12"/>
    <p:sldId id="273" r:id="rId13"/>
    <p:sldId id="272" r:id="rId14"/>
    <p:sldId id="274" r:id="rId15"/>
    <p:sldId id="257" r:id="rId16"/>
    <p:sldId id="264" r:id="rId17"/>
    <p:sldId id="266" r:id="rId18"/>
    <p:sldId id="265" r:id="rId19"/>
    <p:sldId id="267" r:id="rId20"/>
    <p:sldId id="268" r:id="rId21"/>
    <p:sldId id="269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1" r:id="rId30"/>
    <p:sldId id="283" r:id="rId31"/>
    <p:sldId id="284" r:id="rId32"/>
    <p:sldId id="285" r:id="rId33"/>
    <p:sldId id="287" r:id="rId34"/>
    <p:sldId id="286" r:id="rId35"/>
    <p:sldId id="289" r:id="rId36"/>
    <p:sldId id="290" r:id="rId37"/>
    <p:sldId id="293" r:id="rId38"/>
  </p:sldIdLst>
  <p:sldSz cx="9144000" cy="6858000" type="screen4x3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418D36-A7B1-4D64-A337-529A8F390612}" v="1" dt="2026-09-15T10:45:57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1502" y="12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modSld">
      <pc:chgData name="Koen DE BELIE" userId="0b604c76-dc05-41eb-aae4-58be6ad353f8" providerId="ADAL" clId="{A0CAB841-4192-4D5A-AB98-8769508D3B25}" dt="2026-09-15T10:47:52.605" v="8" actId="1076"/>
      <pc:docMkLst>
        <pc:docMk/>
      </pc:docMkLst>
      <pc:sldChg chg="addSp modSp mod">
        <pc:chgData name="Koen DE BELIE" userId="0b604c76-dc05-41eb-aae4-58be6ad353f8" providerId="ADAL" clId="{A0CAB841-4192-4D5A-AB98-8769508D3B25}" dt="2026-09-15T10:45:57.103" v="4" actId="1076"/>
        <pc:sldMkLst>
          <pc:docMk/>
          <pc:sldMk cId="0" sldId="284"/>
        </pc:sldMkLst>
        <pc:picChg chg="add mod">
          <ac:chgData name="Koen DE BELIE" userId="0b604c76-dc05-41eb-aae4-58be6ad353f8" providerId="ADAL" clId="{A0CAB841-4192-4D5A-AB98-8769508D3B25}" dt="2026-09-15T10:45:52.934" v="3" actId="1076"/>
          <ac:picMkLst>
            <pc:docMk/>
            <pc:sldMk cId="0" sldId="284"/>
            <ac:picMk id="2" creationId="{984B0583-6E90-4BB5-F469-DA11E98EECC0}"/>
          </ac:picMkLst>
        </pc:picChg>
        <pc:picChg chg="mod">
          <ac:chgData name="Koen DE BELIE" userId="0b604c76-dc05-41eb-aae4-58be6ad353f8" providerId="ADAL" clId="{A0CAB841-4192-4D5A-AB98-8769508D3B25}" dt="2026-09-15T10:45:57.103" v="4" actId="1076"/>
          <ac:picMkLst>
            <pc:docMk/>
            <pc:sldMk cId="0" sldId="284"/>
            <ac:picMk id="30724" creationId="{DB089E2E-2BEE-4B09-A805-FB4B0A8AB0F6}"/>
          </ac:picMkLst>
        </pc:picChg>
      </pc:sldChg>
      <pc:sldChg chg="addSp modSp mod">
        <pc:chgData name="Koen DE BELIE" userId="0b604c76-dc05-41eb-aae4-58be6ad353f8" providerId="ADAL" clId="{A0CAB841-4192-4D5A-AB98-8769508D3B25}" dt="2026-09-15T10:47:52.605" v="8" actId="1076"/>
        <pc:sldMkLst>
          <pc:docMk/>
          <pc:sldMk cId="0" sldId="287"/>
        </pc:sldMkLst>
        <pc:picChg chg="add mod">
          <ac:chgData name="Koen DE BELIE" userId="0b604c76-dc05-41eb-aae4-58be6ad353f8" providerId="ADAL" clId="{A0CAB841-4192-4D5A-AB98-8769508D3B25}" dt="2026-09-15T10:47:52.605" v="8" actId="1076"/>
          <ac:picMkLst>
            <pc:docMk/>
            <pc:sldMk cId="0" sldId="287"/>
            <ac:picMk id="2" creationId="{1AB58185-5BB5-DBC6-C4B4-D9F0F0B1543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FA985-4C03-4AA3-9412-B5F12FFD7439}" type="datetimeFigureOut">
              <a:rPr lang="nl-BE" smtClean="0"/>
              <a:t>15/09/2026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C4399-42CF-4CFA-B35D-04BE7F905F4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5946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C4399-42CF-4CFA-B35D-04BE7F905F42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6707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9A1900B2-8D0B-40CD-9FCA-5668350B9C38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896AA699-4B87-4938-AEBC-FC2985752E0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42" name="Freeform 4">
                <a:extLst>
                  <a:ext uri="{FF2B5EF4-FFF2-40B4-BE49-F238E27FC236}">
                    <a16:creationId xmlns:a16="http://schemas.microsoft.com/office/drawing/2014/main" id="{3331B5AC-9AC8-4BDD-8817-EFBF7C5900A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3" name="Freeform 5">
                <a:extLst>
                  <a:ext uri="{FF2B5EF4-FFF2-40B4-BE49-F238E27FC236}">
                    <a16:creationId xmlns:a16="http://schemas.microsoft.com/office/drawing/2014/main" id="{A6CCC2EC-3C32-4285-8F52-78ADBB707E8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4" name="Freeform 6">
                <a:extLst>
                  <a:ext uri="{FF2B5EF4-FFF2-40B4-BE49-F238E27FC236}">
                    <a16:creationId xmlns:a16="http://schemas.microsoft.com/office/drawing/2014/main" id="{77DD8E6D-3CD5-467D-B308-0334FAB2F2F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5" name="Freeform 7">
                <a:extLst>
                  <a:ext uri="{FF2B5EF4-FFF2-40B4-BE49-F238E27FC236}">
                    <a16:creationId xmlns:a16="http://schemas.microsoft.com/office/drawing/2014/main" id="{E76CCC08-CCB7-4517-B555-5BE54344B57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6" name="Freeform 8">
                <a:extLst>
                  <a:ext uri="{FF2B5EF4-FFF2-40B4-BE49-F238E27FC236}">
                    <a16:creationId xmlns:a16="http://schemas.microsoft.com/office/drawing/2014/main" id="{C9974D67-2853-4B43-A7C3-A384164DDE9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7" name="Freeform 9">
                <a:extLst>
                  <a:ext uri="{FF2B5EF4-FFF2-40B4-BE49-F238E27FC236}">
                    <a16:creationId xmlns:a16="http://schemas.microsoft.com/office/drawing/2014/main" id="{FFDE7AF1-39EE-491E-AADF-9B7A1CC7621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8" name="Freeform 10">
                <a:extLst>
                  <a:ext uri="{FF2B5EF4-FFF2-40B4-BE49-F238E27FC236}">
                    <a16:creationId xmlns:a16="http://schemas.microsoft.com/office/drawing/2014/main" id="{C5F878C1-320C-4AAF-905F-12AF4016567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9" name="Freeform 11">
                <a:extLst>
                  <a:ext uri="{FF2B5EF4-FFF2-40B4-BE49-F238E27FC236}">
                    <a16:creationId xmlns:a16="http://schemas.microsoft.com/office/drawing/2014/main" id="{6DD0BA4F-3BE5-4B60-8295-8B43272E7C6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0" name="Freeform 12">
                <a:extLst>
                  <a:ext uri="{FF2B5EF4-FFF2-40B4-BE49-F238E27FC236}">
                    <a16:creationId xmlns:a16="http://schemas.microsoft.com/office/drawing/2014/main" id="{AE6702AB-6471-4EFB-B818-9D282442765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1" name="Freeform 13">
                <a:extLst>
                  <a:ext uri="{FF2B5EF4-FFF2-40B4-BE49-F238E27FC236}">
                    <a16:creationId xmlns:a16="http://schemas.microsoft.com/office/drawing/2014/main" id="{4F480EAD-AE91-4179-82A5-436EE00B65A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2" name="Freeform 14">
                <a:extLst>
                  <a:ext uri="{FF2B5EF4-FFF2-40B4-BE49-F238E27FC236}">
                    <a16:creationId xmlns:a16="http://schemas.microsoft.com/office/drawing/2014/main" id="{2B852E6D-063C-451E-A691-8E7E812DF1F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3" name="Freeform 15">
                <a:extLst>
                  <a:ext uri="{FF2B5EF4-FFF2-40B4-BE49-F238E27FC236}">
                    <a16:creationId xmlns:a16="http://schemas.microsoft.com/office/drawing/2014/main" id="{9E62B693-1C0F-4EA7-B13F-A41726977E1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4" name="Freeform 16">
                <a:extLst>
                  <a:ext uri="{FF2B5EF4-FFF2-40B4-BE49-F238E27FC236}">
                    <a16:creationId xmlns:a16="http://schemas.microsoft.com/office/drawing/2014/main" id="{E450E4CE-8F04-4DB9-889F-6253E72DE59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</p:grpSp>
        <p:grpSp>
          <p:nvGrpSpPr>
            <p:cNvPr id="6" name="Group 17">
              <a:extLst>
                <a:ext uri="{FF2B5EF4-FFF2-40B4-BE49-F238E27FC236}">
                  <a16:creationId xmlns:a16="http://schemas.microsoft.com/office/drawing/2014/main" id="{4407CCB3-368B-402B-AF1A-54AF1D762C7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7" name="Rectangle 18">
                <a:extLst>
                  <a:ext uri="{FF2B5EF4-FFF2-40B4-BE49-F238E27FC236}">
                    <a16:creationId xmlns:a16="http://schemas.microsoft.com/office/drawing/2014/main" id="{78228C63-7792-466F-B1DB-D003A880AF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" name="Rectangle 19">
                <a:extLst>
                  <a:ext uri="{FF2B5EF4-FFF2-40B4-BE49-F238E27FC236}">
                    <a16:creationId xmlns:a16="http://schemas.microsoft.com/office/drawing/2014/main" id="{9BDBE5E0-6346-46FC-AE81-698FC8A655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" name="Rectangle 20">
                <a:extLst>
                  <a:ext uri="{FF2B5EF4-FFF2-40B4-BE49-F238E27FC236}">
                    <a16:creationId xmlns:a16="http://schemas.microsoft.com/office/drawing/2014/main" id="{1ADC452C-181E-4763-B0E6-DC326A43232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" name="Rectangle 21">
                <a:extLst>
                  <a:ext uri="{FF2B5EF4-FFF2-40B4-BE49-F238E27FC236}">
                    <a16:creationId xmlns:a16="http://schemas.microsoft.com/office/drawing/2014/main" id="{16EBB680-361E-4A86-BA08-9FC521A78E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" name="Rectangle 22">
                <a:extLst>
                  <a:ext uri="{FF2B5EF4-FFF2-40B4-BE49-F238E27FC236}">
                    <a16:creationId xmlns:a16="http://schemas.microsoft.com/office/drawing/2014/main" id="{7612FE18-3DB3-48C6-84F2-CF413C850FE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" name="Rectangle 23">
                <a:extLst>
                  <a:ext uri="{FF2B5EF4-FFF2-40B4-BE49-F238E27FC236}">
                    <a16:creationId xmlns:a16="http://schemas.microsoft.com/office/drawing/2014/main" id="{C6C66DE3-C5B2-47F4-8577-5AF0560E1B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3" name="Rectangle 24">
                <a:extLst>
                  <a:ext uri="{FF2B5EF4-FFF2-40B4-BE49-F238E27FC236}">
                    <a16:creationId xmlns:a16="http://schemas.microsoft.com/office/drawing/2014/main" id="{CF7D70E2-112C-4E92-8090-ABE6995907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4E3EC94F-E43C-436F-9415-6CD6762607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5" name="Rectangle 26">
                <a:extLst>
                  <a:ext uri="{FF2B5EF4-FFF2-40B4-BE49-F238E27FC236}">
                    <a16:creationId xmlns:a16="http://schemas.microsoft.com/office/drawing/2014/main" id="{81C3F48D-9538-48A5-8487-DEEC290A06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6" name="Rectangle 27">
                <a:extLst>
                  <a:ext uri="{FF2B5EF4-FFF2-40B4-BE49-F238E27FC236}">
                    <a16:creationId xmlns:a16="http://schemas.microsoft.com/office/drawing/2014/main" id="{A29C7225-18A8-419A-B1DA-FD90595CCF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7" name="Rectangle 28">
                <a:extLst>
                  <a:ext uri="{FF2B5EF4-FFF2-40B4-BE49-F238E27FC236}">
                    <a16:creationId xmlns:a16="http://schemas.microsoft.com/office/drawing/2014/main" id="{4B47B2EE-C153-40BC-8B45-8B37D1BC231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8" name="Rectangle 29">
                <a:extLst>
                  <a:ext uri="{FF2B5EF4-FFF2-40B4-BE49-F238E27FC236}">
                    <a16:creationId xmlns:a16="http://schemas.microsoft.com/office/drawing/2014/main" id="{2326B72C-CBAA-4F63-9E08-CA57290016C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576B7DE6-8094-4F6E-8781-15AE51B92F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0" name="Rectangle 31">
                <a:extLst>
                  <a:ext uri="{FF2B5EF4-FFF2-40B4-BE49-F238E27FC236}">
                    <a16:creationId xmlns:a16="http://schemas.microsoft.com/office/drawing/2014/main" id="{229B2106-53AF-4418-B566-F916304144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1" name="Rectangle 32">
                <a:extLst>
                  <a:ext uri="{FF2B5EF4-FFF2-40B4-BE49-F238E27FC236}">
                    <a16:creationId xmlns:a16="http://schemas.microsoft.com/office/drawing/2014/main" id="{67829774-7965-43C1-9E0B-7FE206D8E3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2" name="Rectangle 33">
                <a:extLst>
                  <a:ext uri="{FF2B5EF4-FFF2-40B4-BE49-F238E27FC236}">
                    <a16:creationId xmlns:a16="http://schemas.microsoft.com/office/drawing/2014/main" id="{D3F7C2A3-BE1C-474E-BFEA-1FE31D13F6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3" name="Rectangle 34">
                <a:extLst>
                  <a:ext uri="{FF2B5EF4-FFF2-40B4-BE49-F238E27FC236}">
                    <a16:creationId xmlns:a16="http://schemas.microsoft.com/office/drawing/2014/main" id="{75992EC2-6350-4B9E-ACAC-157EFE27B1E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4" name="Rectangle 35">
                <a:extLst>
                  <a:ext uri="{FF2B5EF4-FFF2-40B4-BE49-F238E27FC236}">
                    <a16:creationId xmlns:a16="http://schemas.microsoft.com/office/drawing/2014/main" id="{2981D7DB-9070-4E0A-96CB-05CE5075CFE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5" name="Rectangle 36">
                <a:extLst>
                  <a:ext uri="{FF2B5EF4-FFF2-40B4-BE49-F238E27FC236}">
                    <a16:creationId xmlns:a16="http://schemas.microsoft.com/office/drawing/2014/main" id="{EDCD0244-C6C1-424B-AF54-18DE0D9A63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6" name="Rectangle 37">
                <a:extLst>
                  <a:ext uri="{FF2B5EF4-FFF2-40B4-BE49-F238E27FC236}">
                    <a16:creationId xmlns:a16="http://schemas.microsoft.com/office/drawing/2014/main" id="{A4128408-7D42-43C1-9D58-C3E43391FF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7" name="Rectangle 38">
                <a:extLst>
                  <a:ext uri="{FF2B5EF4-FFF2-40B4-BE49-F238E27FC236}">
                    <a16:creationId xmlns:a16="http://schemas.microsoft.com/office/drawing/2014/main" id="{150AD05C-F482-4E33-B4B7-BAC299CCCB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8" name="Rectangle 39">
                <a:extLst>
                  <a:ext uri="{FF2B5EF4-FFF2-40B4-BE49-F238E27FC236}">
                    <a16:creationId xmlns:a16="http://schemas.microsoft.com/office/drawing/2014/main" id="{1DF4ED37-9FF6-4579-8C92-692A43B9C7E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9" name="Rectangle 40">
                <a:extLst>
                  <a:ext uri="{FF2B5EF4-FFF2-40B4-BE49-F238E27FC236}">
                    <a16:creationId xmlns:a16="http://schemas.microsoft.com/office/drawing/2014/main" id="{F2ACD3FA-C77D-47AA-94E5-ADF70C3F65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0" name="Rectangle 41">
                <a:extLst>
                  <a:ext uri="{FF2B5EF4-FFF2-40B4-BE49-F238E27FC236}">
                    <a16:creationId xmlns:a16="http://schemas.microsoft.com/office/drawing/2014/main" id="{E516211B-8E62-4543-B447-1C52BB8E8FE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1" name="Rectangle 42">
                <a:extLst>
                  <a:ext uri="{FF2B5EF4-FFF2-40B4-BE49-F238E27FC236}">
                    <a16:creationId xmlns:a16="http://schemas.microsoft.com/office/drawing/2014/main" id="{028F18C2-4E4E-4198-B923-8F5A657655C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2" name="Rectangle 43">
                <a:extLst>
                  <a:ext uri="{FF2B5EF4-FFF2-40B4-BE49-F238E27FC236}">
                    <a16:creationId xmlns:a16="http://schemas.microsoft.com/office/drawing/2014/main" id="{8DACF76D-F36B-422D-8252-A4F776D3288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3" name="Rectangle 44">
                <a:extLst>
                  <a:ext uri="{FF2B5EF4-FFF2-40B4-BE49-F238E27FC236}">
                    <a16:creationId xmlns:a16="http://schemas.microsoft.com/office/drawing/2014/main" id="{C1200201-26B1-43E3-9DC5-4762E9C413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4" name="Rectangle 45">
                <a:extLst>
                  <a:ext uri="{FF2B5EF4-FFF2-40B4-BE49-F238E27FC236}">
                    <a16:creationId xmlns:a16="http://schemas.microsoft.com/office/drawing/2014/main" id="{0F64B286-1190-4CA5-A8E7-24D9750E992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5" name="Rectangle 46">
                <a:extLst>
                  <a:ext uri="{FF2B5EF4-FFF2-40B4-BE49-F238E27FC236}">
                    <a16:creationId xmlns:a16="http://schemas.microsoft.com/office/drawing/2014/main" id="{74A44416-6EC8-40CF-94B4-FA776593FC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6" name="Rectangle 47">
                <a:extLst>
                  <a:ext uri="{FF2B5EF4-FFF2-40B4-BE49-F238E27FC236}">
                    <a16:creationId xmlns:a16="http://schemas.microsoft.com/office/drawing/2014/main" id="{200FE161-E24B-4B63-8AF3-F0738E878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7" name="Rectangle 48">
                <a:extLst>
                  <a:ext uri="{FF2B5EF4-FFF2-40B4-BE49-F238E27FC236}">
                    <a16:creationId xmlns:a16="http://schemas.microsoft.com/office/drawing/2014/main" id="{4ED787D4-7F82-44AB-90FB-65757B1F86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8" name="Rectangle 49">
                <a:extLst>
                  <a:ext uri="{FF2B5EF4-FFF2-40B4-BE49-F238E27FC236}">
                    <a16:creationId xmlns:a16="http://schemas.microsoft.com/office/drawing/2014/main" id="{4B90A176-3FEC-4499-9B57-993E4F7E453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BFBAB248-8D22-4FAE-AFAD-758BF6B3268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0" name="Rectangle 51">
                <a:extLst>
                  <a:ext uri="{FF2B5EF4-FFF2-40B4-BE49-F238E27FC236}">
                    <a16:creationId xmlns:a16="http://schemas.microsoft.com/office/drawing/2014/main" id="{71F10608-F432-45CC-B6F8-2F3AEB710D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id="{694E6AF0-3C47-415A-958B-CE8C771E0B7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id="{2DBF98DE-8B02-451E-8A3D-4ABAE3AFC1B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3" name="Rectangle 54">
                <a:extLst>
                  <a:ext uri="{FF2B5EF4-FFF2-40B4-BE49-F238E27FC236}">
                    <a16:creationId xmlns:a16="http://schemas.microsoft.com/office/drawing/2014/main" id="{D202693F-263B-407B-8206-044806033F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4" name="Rectangle 55">
                <a:extLst>
                  <a:ext uri="{FF2B5EF4-FFF2-40B4-BE49-F238E27FC236}">
                    <a16:creationId xmlns:a16="http://schemas.microsoft.com/office/drawing/2014/main" id="{5E47BE39-AF35-4E8E-AAEF-34267CC206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5" name="Rectangle 56">
                <a:extLst>
                  <a:ext uri="{FF2B5EF4-FFF2-40B4-BE49-F238E27FC236}">
                    <a16:creationId xmlns:a16="http://schemas.microsoft.com/office/drawing/2014/main" id="{C74B2E82-9104-468B-967F-BB9A32F2F8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6" name="Rectangle 57">
                <a:extLst>
                  <a:ext uri="{FF2B5EF4-FFF2-40B4-BE49-F238E27FC236}">
                    <a16:creationId xmlns:a16="http://schemas.microsoft.com/office/drawing/2014/main" id="{AAB5BFAB-05EF-4419-84AA-F8E51157EE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7" name="Rectangle 58">
                <a:extLst>
                  <a:ext uri="{FF2B5EF4-FFF2-40B4-BE49-F238E27FC236}">
                    <a16:creationId xmlns:a16="http://schemas.microsoft.com/office/drawing/2014/main" id="{EF8E4C25-C9A4-40D3-8DDE-6DEE5A6FDB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8" name="Rectangle 59">
                <a:extLst>
                  <a:ext uri="{FF2B5EF4-FFF2-40B4-BE49-F238E27FC236}">
                    <a16:creationId xmlns:a16="http://schemas.microsoft.com/office/drawing/2014/main" id="{714DBDA8-04CC-4C88-8C3A-89B67D32458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9" name="Rectangle 60">
                <a:extLst>
                  <a:ext uri="{FF2B5EF4-FFF2-40B4-BE49-F238E27FC236}">
                    <a16:creationId xmlns:a16="http://schemas.microsoft.com/office/drawing/2014/main" id="{CE445E55-20F8-445A-A1E7-345E778378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0" name="Rectangle 61">
                <a:extLst>
                  <a:ext uri="{FF2B5EF4-FFF2-40B4-BE49-F238E27FC236}">
                    <a16:creationId xmlns:a16="http://schemas.microsoft.com/office/drawing/2014/main" id="{D5078E07-F3FB-418B-A594-C397467FE8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" name="Rectangle 62">
                <a:extLst>
                  <a:ext uri="{FF2B5EF4-FFF2-40B4-BE49-F238E27FC236}">
                    <a16:creationId xmlns:a16="http://schemas.microsoft.com/office/drawing/2014/main" id="{A95B9DEA-F3F0-4186-8C5D-CA25490819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" name="Rectangle 63">
                <a:extLst>
                  <a:ext uri="{FF2B5EF4-FFF2-40B4-BE49-F238E27FC236}">
                    <a16:creationId xmlns:a16="http://schemas.microsoft.com/office/drawing/2014/main" id="{86C6A856-DC74-4306-B4BA-937AF554319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3" name="Rectangle 64">
                <a:extLst>
                  <a:ext uri="{FF2B5EF4-FFF2-40B4-BE49-F238E27FC236}">
                    <a16:creationId xmlns:a16="http://schemas.microsoft.com/office/drawing/2014/main" id="{B1A6A54C-66C9-4A01-ABEC-7370D56B64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4" name="Rectangle 65">
                <a:extLst>
                  <a:ext uri="{FF2B5EF4-FFF2-40B4-BE49-F238E27FC236}">
                    <a16:creationId xmlns:a16="http://schemas.microsoft.com/office/drawing/2014/main" id="{29654D08-3BB0-471B-817C-8F91EAB2D5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5" name="Rectangle 66">
                <a:extLst>
                  <a:ext uri="{FF2B5EF4-FFF2-40B4-BE49-F238E27FC236}">
                    <a16:creationId xmlns:a16="http://schemas.microsoft.com/office/drawing/2014/main" id="{17C1D101-48A2-455A-A874-9208169D1A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6" name="Rectangle 67">
                <a:extLst>
                  <a:ext uri="{FF2B5EF4-FFF2-40B4-BE49-F238E27FC236}">
                    <a16:creationId xmlns:a16="http://schemas.microsoft.com/office/drawing/2014/main" id="{D158F111-889A-4C9A-8846-41968B43E60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7" name="Rectangle 68">
                <a:extLst>
                  <a:ext uri="{FF2B5EF4-FFF2-40B4-BE49-F238E27FC236}">
                    <a16:creationId xmlns:a16="http://schemas.microsoft.com/office/drawing/2014/main" id="{1F78222A-E06C-4318-BADE-FA89E41948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8" name="Rectangle 69">
                <a:extLst>
                  <a:ext uri="{FF2B5EF4-FFF2-40B4-BE49-F238E27FC236}">
                    <a16:creationId xmlns:a16="http://schemas.microsoft.com/office/drawing/2014/main" id="{A298D145-EB4D-4578-864B-4E1A0638D8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9" name="Rectangle 70">
                <a:extLst>
                  <a:ext uri="{FF2B5EF4-FFF2-40B4-BE49-F238E27FC236}">
                    <a16:creationId xmlns:a16="http://schemas.microsoft.com/office/drawing/2014/main" id="{BCA81B06-AF40-495A-98FC-EAB3D228A6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0" name="Rectangle 71">
                <a:extLst>
                  <a:ext uri="{FF2B5EF4-FFF2-40B4-BE49-F238E27FC236}">
                    <a16:creationId xmlns:a16="http://schemas.microsoft.com/office/drawing/2014/main" id="{8E37B13D-934D-4B7B-993A-05A5805456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1" name="Rectangle 72">
                <a:extLst>
                  <a:ext uri="{FF2B5EF4-FFF2-40B4-BE49-F238E27FC236}">
                    <a16:creationId xmlns:a16="http://schemas.microsoft.com/office/drawing/2014/main" id="{AF4B1BA0-A022-4278-9618-52DE005A53C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2" name="Rectangle 73">
                <a:extLst>
                  <a:ext uri="{FF2B5EF4-FFF2-40B4-BE49-F238E27FC236}">
                    <a16:creationId xmlns:a16="http://schemas.microsoft.com/office/drawing/2014/main" id="{8574B98A-6777-4A57-905F-FB1BD9DF9E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3" name="Rectangle 74">
                <a:extLst>
                  <a:ext uri="{FF2B5EF4-FFF2-40B4-BE49-F238E27FC236}">
                    <a16:creationId xmlns:a16="http://schemas.microsoft.com/office/drawing/2014/main" id="{53D39FF1-6B75-4B00-A677-70F777B35A2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4" name="Rectangle 75">
                <a:extLst>
                  <a:ext uri="{FF2B5EF4-FFF2-40B4-BE49-F238E27FC236}">
                    <a16:creationId xmlns:a16="http://schemas.microsoft.com/office/drawing/2014/main" id="{18FB64F7-FACE-4C05-BD34-2C197FA99EC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5" name="Rectangle 76">
                <a:extLst>
                  <a:ext uri="{FF2B5EF4-FFF2-40B4-BE49-F238E27FC236}">
                    <a16:creationId xmlns:a16="http://schemas.microsoft.com/office/drawing/2014/main" id="{7CBB6C4A-5058-4DCE-AC6A-4B8830B11E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6" name="Rectangle 77">
                <a:extLst>
                  <a:ext uri="{FF2B5EF4-FFF2-40B4-BE49-F238E27FC236}">
                    <a16:creationId xmlns:a16="http://schemas.microsoft.com/office/drawing/2014/main" id="{32FE2E3D-E9C3-4D64-8E4D-953547DD7B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7" name="Rectangle 78">
                <a:extLst>
                  <a:ext uri="{FF2B5EF4-FFF2-40B4-BE49-F238E27FC236}">
                    <a16:creationId xmlns:a16="http://schemas.microsoft.com/office/drawing/2014/main" id="{A95282C8-2BA5-4F50-9B36-FF1A3673FB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8" name="Rectangle 79">
                <a:extLst>
                  <a:ext uri="{FF2B5EF4-FFF2-40B4-BE49-F238E27FC236}">
                    <a16:creationId xmlns:a16="http://schemas.microsoft.com/office/drawing/2014/main" id="{A7D0B66B-24D7-433D-9EFC-E3216A0C13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9" name="Rectangle 80">
                <a:extLst>
                  <a:ext uri="{FF2B5EF4-FFF2-40B4-BE49-F238E27FC236}">
                    <a16:creationId xmlns:a16="http://schemas.microsoft.com/office/drawing/2014/main" id="{F5262447-9FD4-4312-8373-138E2007BB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0" name="Freeform 81">
                <a:extLst>
                  <a:ext uri="{FF2B5EF4-FFF2-40B4-BE49-F238E27FC236}">
                    <a16:creationId xmlns:a16="http://schemas.microsoft.com/office/drawing/2014/main" id="{62F7B7F0-1854-4C8F-9A1E-F06BD7AAAB8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71" name="Rectangle 82">
                <a:extLst>
                  <a:ext uri="{FF2B5EF4-FFF2-40B4-BE49-F238E27FC236}">
                    <a16:creationId xmlns:a16="http://schemas.microsoft.com/office/drawing/2014/main" id="{9FDD4BDF-AE14-4928-9C8D-DA04A7AD64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2" name="Rectangle 83">
                <a:extLst>
                  <a:ext uri="{FF2B5EF4-FFF2-40B4-BE49-F238E27FC236}">
                    <a16:creationId xmlns:a16="http://schemas.microsoft.com/office/drawing/2014/main" id="{743B4190-4BBA-4A88-88C4-1DFE4CA5FBA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3" name="Rectangle 84">
                <a:extLst>
                  <a:ext uri="{FF2B5EF4-FFF2-40B4-BE49-F238E27FC236}">
                    <a16:creationId xmlns:a16="http://schemas.microsoft.com/office/drawing/2014/main" id="{3CA95605-0A55-4F42-822E-9D03B730825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4" name="Rectangle 85">
                <a:extLst>
                  <a:ext uri="{FF2B5EF4-FFF2-40B4-BE49-F238E27FC236}">
                    <a16:creationId xmlns:a16="http://schemas.microsoft.com/office/drawing/2014/main" id="{D6789871-BB3A-4169-9204-EC7D18A664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5" name="Rectangle 86">
                <a:extLst>
                  <a:ext uri="{FF2B5EF4-FFF2-40B4-BE49-F238E27FC236}">
                    <a16:creationId xmlns:a16="http://schemas.microsoft.com/office/drawing/2014/main" id="{27D68984-E8DC-4A44-BF0D-455A99BECB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6" name="Rectangle 87">
                <a:extLst>
                  <a:ext uri="{FF2B5EF4-FFF2-40B4-BE49-F238E27FC236}">
                    <a16:creationId xmlns:a16="http://schemas.microsoft.com/office/drawing/2014/main" id="{527D6F73-38E8-4718-AE0A-367A99FFFEC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7" name="Rectangle 88">
                <a:extLst>
                  <a:ext uri="{FF2B5EF4-FFF2-40B4-BE49-F238E27FC236}">
                    <a16:creationId xmlns:a16="http://schemas.microsoft.com/office/drawing/2014/main" id="{2CEC16A7-C579-49F1-BC1D-AF9C1129FCB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8" name="Rectangle 89">
                <a:extLst>
                  <a:ext uri="{FF2B5EF4-FFF2-40B4-BE49-F238E27FC236}">
                    <a16:creationId xmlns:a16="http://schemas.microsoft.com/office/drawing/2014/main" id="{679B5FF6-336A-4788-A7C6-0D46A27FD57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9" name="Rectangle 90">
                <a:extLst>
                  <a:ext uri="{FF2B5EF4-FFF2-40B4-BE49-F238E27FC236}">
                    <a16:creationId xmlns:a16="http://schemas.microsoft.com/office/drawing/2014/main" id="{3DD3427A-9D7E-4D1F-A660-48C8AEFA9B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0" name="Rectangle 91">
                <a:extLst>
                  <a:ext uri="{FF2B5EF4-FFF2-40B4-BE49-F238E27FC236}">
                    <a16:creationId xmlns:a16="http://schemas.microsoft.com/office/drawing/2014/main" id="{B65EED30-F068-497A-922F-C826FF2DB9B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1" name="Rectangle 92">
                <a:extLst>
                  <a:ext uri="{FF2B5EF4-FFF2-40B4-BE49-F238E27FC236}">
                    <a16:creationId xmlns:a16="http://schemas.microsoft.com/office/drawing/2014/main" id="{07BEB21F-B57D-403E-81EB-AA89D3EE2A9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2" name="Rectangle 93">
                <a:extLst>
                  <a:ext uri="{FF2B5EF4-FFF2-40B4-BE49-F238E27FC236}">
                    <a16:creationId xmlns:a16="http://schemas.microsoft.com/office/drawing/2014/main" id="{FCCCC997-D866-4FF3-A1F1-523EC0B6FE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3" name="Rectangle 94">
                <a:extLst>
                  <a:ext uri="{FF2B5EF4-FFF2-40B4-BE49-F238E27FC236}">
                    <a16:creationId xmlns:a16="http://schemas.microsoft.com/office/drawing/2014/main" id="{787EF4C7-4902-4762-946A-5343B555A0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4" name="Rectangle 95">
                <a:extLst>
                  <a:ext uri="{FF2B5EF4-FFF2-40B4-BE49-F238E27FC236}">
                    <a16:creationId xmlns:a16="http://schemas.microsoft.com/office/drawing/2014/main" id="{47C1F492-488D-487B-A89B-F9F96D3F32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5" name="Rectangle 96">
                <a:extLst>
                  <a:ext uri="{FF2B5EF4-FFF2-40B4-BE49-F238E27FC236}">
                    <a16:creationId xmlns:a16="http://schemas.microsoft.com/office/drawing/2014/main" id="{52C2AABF-5C28-48B1-9CE1-58219016D7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6" name="Rectangle 97">
                <a:extLst>
                  <a:ext uri="{FF2B5EF4-FFF2-40B4-BE49-F238E27FC236}">
                    <a16:creationId xmlns:a16="http://schemas.microsoft.com/office/drawing/2014/main" id="{94B62377-08DD-4D54-8EF3-C1665279DE6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7" name="Rectangle 98">
                <a:extLst>
                  <a:ext uri="{FF2B5EF4-FFF2-40B4-BE49-F238E27FC236}">
                    <a16:creationId xmlns:a16="http://schemas.microsoft.com/office/drawing/2014/main" id="{DD887C42-9F26-4F62-B562-62C2B531BC1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8" name="Rectangle 99">
                <a:extLst>
                  <a:ext uri="{FF2B5EF4-FFF2-40B4-BE49-F238E27FC236}">
                    <a16:creationId xmlns:a16="http://schemas.microsoft.com/office/drawing/2014/main" id="{893C42D4-6586-4CB1-A2BF-FB1EB8BC35D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9" name="Rectangle 100">
                <a:extLst>
                  <a:ext uri="{FF2B5EF4-FFF2-40B4-BE49-F238E27FC236}">
                    <a16:creationId xmlns:a16="http://schemas.microsoft.com/office/drawing/2014/main" id="{73B2917E-3C8B-4424-985C-6C69865A2A3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0" name="Rectangle 101">
                <a:extLst>
                  <a:ext uri="{FF2B5EF4-FFF2-40B4-BE49-F238E27FC236}">
                    <a16:creationId xmlns:a16="http://schemas.microsoft.com/office/drawing/2014/main" id="{6D97AE34-A0E8-4CC0-80B2-E4375E0C828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1" name="Rectangle 102">
                <a:extLst>
                  <a:ext uri="{FF2B5EF4-FFF2-40B4-BE49-F238E27FC236}">
                    <a16:creationId xmlns:a16="http://schemas.microsoft.com/office/drawing/2014/main" id="{6BC92A8F-0D46-4EB9-AB70-0A76C29F028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2" name="Rectangle 103">
                <a:extLst>
                  <a:ext uri="{FF2B5EF4-FFF2-40B4-BE49-F238E27FC236}">
                    <a16:creationId xmlns:a16="http://schemas.microsoft.com/office/drawing/2014/main" id="{34FB3309-5390-4D19-854F-2AB09E40BA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3" name="Rectangle 104">
                <a:extLst>
                  <a:ext uri="{FF2B5EF4-FFF2-40B4-BE49-F238E27FC236}">
                    <a16:creationId xmlns:a16="http://schemas.microsoft.com/office/drawing/2014/main" id="{7BE3F76F-8D09-4ECF-A9F9-4B9E0C4C663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4" name="Rectangle 105">
                <a:extLst>
                  <a:ext uri="{FF2B5EF4-FFF2-40B4-BE49-F238E27FC236}">
                    <a16:creationId xmlns:a16="http://schemas.microsoft.com/office/drawing/2014/main" id="{A3CCA131-4874-4607-9E82-116BE3D475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5" name="Rectangle 106">
                <a:extLst>
                  <a:ext uri="{FF2B5EF4-FFF2-40B4-BE49-F238E27FC236}">
                    <a16:creationId xmlns:a16="http://schemas.microsoft.com/office/drawing/2014/main" id="{BC7753DF-2643-4428-880E-F1E4C962DD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6" name="Rectangle 107">
                <a:extLst>
                  <a:ext uri="{FF2B5EF4-FFF2-40B4-BE49-F238E27FC236}">
                    <a16:creationId xmlns:a16="http://schemas.microsoft.com/office/drawing/2014/main" id="{97654D5C-565A-40EC-9482-B488F3661B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7" name="Rectangle 108">
                <a:extLst>
                  <a:ext uri="{FF2B5EF4-FFF2-40B4-BE49-F238E27FC236}">
                    <a16:creationId xmlns:a16="http://schemas.microsoft.com/office/drawing/2014/main" id="{686D7BEC-732F-4636-8DA0-41B9AAB06C6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8" name="Rectangle 109">
                <a:extLst>
                  <a:ext uri="{FF2B5EF4-FFF2-40B4-BE49-F238E27FC236}">
                    <a16:creationId xmlns:a16="http://schemas.microsoft.com/office/drawing/2014/main" id="{2155F5F4-F796-4409-B4F8-1B808D162DF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9" name="Rectangle 110">
                <a:extLst>
                  <a:ext uri="{FF2B5EF4-FFF2-40B4-BE49-F238E27FC236}">
                    <a16:creationId xmlns:a16="http://schemas.microsoft.com/office/drawing/2014/main" id="{8FEEBDB8-FD80-4290-8633-451F36F4D80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0" name="Rectangle 111">
                <a:extLst>
                  <a:ext uri="{FF2B5EF4-FFF2-40B4-BE49-F238E27FC236}">
                    <a16:creationId xmlns:a16="http://schemas.microsoft.com/office/drawing/2014/main" id="{EF0C7930-A1C6-4999-81B5-3CA0C64A91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1" name="Rectangle 112">
                <a:extLst>
                  <a:ext uri="{FF2B5EF4-FFF2-40B4-BE49-F238E27FC236}">
                    <a16:creationId xmlns:a16="http://schemas.microsoft.com/office/drawing/2014/main" id="{5825217D-C95A-48EE-B1ED-80AE6EF797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2" name="Rectangle 113">
                <a:extLst>
                  <a:ext uri="{FF2B5EF4-FFF2-40B4-BE49-F238E27FC236}">
                    <a16:creationId xmlns:a16="http://schemas.microsoft.com/office/drawing/2014/main" id="{56A58A0C-836E-4F7D-9823-9C93935867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" name="Rectangle 114">
                <a:extLst>
                  <a:ext uri="{FF2B5EF4-FFF2-40B4-BE49-F238E27FC236}">
                    <a16:creationId xmlns:a16="http://schemas.microsoft.com/office/drawing/2014/main" id="{903C2D5F-24F5-4EE6-B525-967F506EE43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" name="Rectangle 115">
                <a:extLst>
                  <a:ext uri="{FF2B5EF4-FFF2-40B4-BE49-F238E27FC236}">
                    <a16:creationId xmlns:a16="http://schemas.microsoft.com/office/drawing/2014/main" id="{F81C0E2F-EC47-4B9A-B25D-86F3686921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" name="Rectangle 116">
                <a:extLst>
                  <a:ext uri="{FF2B5EF4-FFF2-40B4-BE49-F238E27FC236}">
                    <a16:creationId xmlns:a16="http://schemas.microsoft.com/office/drawing/2014/main" id="{ED09E5FC-3678-4A83-9048-35E5AD46201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" name="Rectangle 117">
                <a:extLst>
                  <a:ext uri="{FF2B5EF4-FFF2-40B4-BE49-F238E27FC236}">
                    <a16:creationId xmlns:a16="http://schemas.microsoft.com/office/drawing/2014/main" id="{01698A1D-A922-43D6-9891-393800E7AA7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" name="Rectangle 118">
                <a:extLst>
                  <a:ext uri="{FF2B5EF4-FFF2-40B4-BE49-F238E27FC236}">
                    <a16:creationId xmlns:a16="http://schemas.microsoft.com/office/drawing/2014/main" id="{99416B11-D39A-4B4E-AED8-6A0E5F3990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" name="Rectangle 119">
                <a:extLst>
                  <a:ext uri="{FF2B5EF4-FFF2-40B4-BE49-F238E27FC236}">
                    <a16:creationId xmlns:a16="http://schemas.microsoft.com/office/drawing/2014/main" id="{ED776692-1E12-4082-8E92-89EB14F11B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" name="Rectangle 120">
                <a:extLst>
                  <a:ext uri="{FF2B5EF4-FFF2-40B4-BE49-F238E27FC236}">
                    <a16:creationId xmlns:a16="http://schemas.microsoft.com/office/drawing/2014/main" id="{BCCBE799-8483-4149-AD38-2DAEDC87502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" name="Rectangle 121">
                <a:extLst>
                  <a:ext uri="{FF2B5EF4-FFF2-40B4-BE49-F238E27FC236}">
                    <a16:creationId xmlns:a16="http://schemas.microsoft.com/office/drawing/2014/main" id="{C92A44C0-05CC-4B99-AFFA-C11675A80DA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" name="Rectangle 122">
                <a:extLst>
                  <a:ext uri="{FF2B5EF4-FFF2-40B4-BE49-F238E27FC236}">
                    <a16:creationId xmlns:a16="http://schemas.microsoft.com/office/drawing/2014/main" id="{AA962858-DFDC-412F-A93D-FCD84F5C8A7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" name="Rectangle 123">
                <a:extLst>
                  <a:ext uri="{FF2B5EF4-FFF2-40B4-BE49-F238E27FC236}">
                    <a16:creationId xmlns:a16="http://schemas.microsoft.com/office/drawing/2014/main" id="{E9F84E55-54E7-4A3F-BD64-CC9D455340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" name="Rectangle 124">
                <a:extLst>
                  <a:ext uri="{FF2B5EF4-FFF2-40B4-BE49-F238E27FC236}">
                    <a16:creationId xmlns:a16="http://schemas.microsoft.com/office/drawing/2014/main" id="{169D655A-91E9-495C-8BE7-482C46C0E75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" name="Rectangle 125">
                <a:extLst>
                  <a:ext uri="{FF2B5EF4-FFF2-40B4-BE49-F238E27FC236}">
                    <a16:creationId xmlns:a16="http://schemas.microsoft.com/office/drawing/2014/main" id="{3FC5E1CE-B353-46E4-9EA4-E22A9536E3E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" name="Rectangle 126">
                <a:extLst>
                  <a:ext uri="{FF2B5EF4-FFF2-40B4-BE49-F238E27FC236}">
                    <a16:creationId xmlns:a16="http://schemas.microsoft.com/office/drawing/2014/main" id="{37CB2551-5032-4BCC-AB5A-33B96575D5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6" name="Rectangle 127">
                <a:extLst>
                  <a:ext uri="{FF2B5EF4-FFF2-40B4-BE49-F238E27FC236}">
                    <a16:creationId xmlns:a16="http://schemas.microsoft.com/office/drawing/2014/main" id="{D5239798-D5E2-498A-940E-F1C36F9EC0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7" name="Rectangle 128">
                <a:extLst>
                  <a:ext uri="{FF2B5EF4-FFF2-40B4-BE49-F238E27FC236}">
                    <a16:creationId xmlns:a16="http://schemas.microsoft.com/office/drawing/2014/main" id="{1C513A57-C00E-4A96-819A-4FB3B86014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8" name="Rectangle 129">
                <a:extLst>
                  <a:ext uri="{FF2B5EF4-FFF2-40B4-BE49-F238E27FC236}">
                    <a16:creationId xmlns:a16="http://schemas.microsoft.com/office/drawing/2014/main" id="{B9DC6FB7-8A85-488A-9202-A0DF18B1B3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9" name="Rectangle 130">
                <a:extLst>
                  <a:ext uri="{FF2B5EF4-FFF2-40B4-BE49-F238E27FC236}">
                    <a16:creationId xmlns:a16="http://schemas.microsoft.com/office/drawing/2014/main" id="{6F847FF9-3822-42A1-B0E2-C8681AE2260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0" name="Rectangle 131">
                <a:extLst>
                  <a:ext uri="{FF2B5EF4-FFF2-40B4-BE49-F238E27FC236}">
                    <a16:creationId xmlns:a16="http://schemas.microsoft.com/office/drawing/2014/main" id="{5D6E427D-EE9F-4309-95CC-39A5990D258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1" name="Rectangle 132">
                <a:extLst>
                  <a:ext uri="{FF2B5EF4-FFF2-40B4-BE49-F238E27FC236}">
                    <a16:creationId xmlns:a16="http://schemas.microsoft.com/office/drawing/2014/main" id="{D7EAADE6-C781-434A-8971-1246E19E0F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2" name="Rectangle 133">
                <a:extLst>
                  <a:ext uri="{FF2B5EF4-FFF2-40B4-BE49-F238E27FC236}">
                    <a16:creationId xmlns:a16="http://schemas.microsoft.com/office/drawing/2014/main" id="{AE488500-AA5D-4B7A-B1C7-2F8240D0D0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3" name="Rectangle 134">
                <a:extLst>
                  <a:ext uri="{FF2B5EF4-FFF2-40B4-BE49-F238E27FC236}">
                    <a16:creationId xmlns:a16="http://schemas.microsoft.com/office/drawing/2014/main" id="{C39E9DD7-64B7-44DA-AFC0-B9656C13656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4" name="Rectangle 135">
                <a:extLst>
                  <a:ext uri="{FF2B5EF4-FFF2-40B4-BE49-F238E27FC236}">
                    <a16:creationId xmlns:a16="http://schemas.microsoft.com/office/drawing/2014/main" id="{CA5EF89F-7C81-4916-B83E-AFDF666273C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5" name="Rectangle 136">
                <a:extLst>
                  <a:ext uri="{FF2B5EF4-FFF2-40B4-BE49-F238E27FC236}">
                    <a16:creationId xmlns:a16="http://schemas.microsoft.com/office/drawing/2014/main" id="{28E99C10-238B-42DD-98E9-72096A1DE7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6" name="Rectangle 137">
                <a:extLst>
                  <a:ext uri="{FF2B5EF4-FFF2-40B4-BE49-F238E27FC236}">
                    <a16:creationId xmlns:a16="http://schemas.microsoft.com/office/drawing/2014/main" id="{A77ADFA3-F15E-4F95-B92A-9A14192E5D6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7" name="Freeform 138">
                <a:extLst>
                  <a:ext uri="{FF2B5EF4-FFF2-40B4-BE49-F238E27FC236}">
                    <a16:creationId xmlns:a16="http://schemas.microsoft.com/office/drawing/2014/main" id="{078A900C-51EC-4700-98FD-DE2225EA260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28" name="Freeform 139">
                <a:extLst>
                  <a:ext uri="{FF2B5EF4-FFF2-40B4-BE49-F238E27FC236}">
                    <a16:creationId xmlns:a16="http://schemas.microsoft.com/office/drawing/2014/main" id="{97614AB7-3B51-4E33-A39D-A83CEDA689D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29" name="Freeform 140">
                <a:extLst>
                  <a:ext uri="{FF2B5EF4-FFF2-40B4-BE49-F238E27FC236}">
                    <a16:creationId xmlns:a16="http://schemas.microsoft.com/office/drawing/2014/main" id="{3D8070F4-F8BD-435D-9101-E732D991837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0" name="Freeform 141">
                <a:extLst>
                  <a:ext uri="{FF2B5EF4-FFF2-40B4-BE49-F238E27FC236}">
                    <a16:creationId xmlns:a16="http://schemas.microsoft.com/office/drawing/2014/main" id="{6D640B80-1E08-43E7-84A7-654EE4D00E3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1" name="Freeform 142">
                <a:extLst>
                  <a:ext uri="{FF2B5EF4-FFF2-40B4-BE49-F238E27FC236}">
                    <a16:creationId xmlns:a16="http://schemas.microsoft.com/office/drawing/2014/main" id="{14AB91FE-B6BF-42D3-A353-FEFD1B4DFAD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2" name="Freeform 143">
                <a:extLst>
                  <a:ext uri="{FF2B5EF4-FFF2-40B4-BE49-F238E27FC236}">
                    <a16:creationId xmlns:a16="http://schemas.microsoft.com/office/drawing/2014/main" id="{5859562B-EC43-441E-AE95-4E43EBBD9BD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3" name="Freeform 144">
                <a:extLst>
                  <a:ext uri="{FF2B5EF4-FFF2-40B4-BE49-F238E27FC236}">
                    <a16:creationId xmlns:a16="http://schemas.microsoft.com/office/drawing/2014/main" id="{62A4BD06-D210-4429-A123-D26AD4B48E3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4" name="Freeform 145">
                <a:extLst>
                  <a:ext uri="{FF2B5EF4-FFF2-40B4-BE49-F238E27FC236}">
                    <a16:creationId xmlns:a16="http://schemas.microsoft.com/office/drawing/2014/main" id="{675B6CB7-6B00-4353-8A13-FB0476B1A21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5" name="Freeform 146">
                <a:extLst>
                  <a:ext uri="{FF2B5EF4-FFF2-40B4-BE49-F238E27FC236}">
                    <a16:creationId xmlns:a16="http://schemas.microsoft.com/office/drawing/2014/main" id="{92CD199C-A0C4-4A68-9B1C-77BC7184E28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6" name="Rectangle 147">
                <a:extLst>
                  <a:ext uri="{FF2B5EF4-FFF2-40B4-BE49-F238E27FC236}">
                    <a16:creationId xmlns:a16="http://schemas.microsoft.com/office/drawing/2014/main" id="{6941CA2D-E618-486D-88A4-3223B31194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37" name="Rectangle 148">
                <a:extLst>
                  <a:ext uri="{FF2B5EF4-FFF2-40B4-BE49-F238E27FC236}">
                    <a16:creationId xmlns:a16="http://schemas.microsoft.com/office/drawing/2014/main" id="{727B4DEA-2CA8-4728-A7E5-15433B48B6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38" name="Freeform 149">
                <a:extLst>
                  <a:ext uri="{FF2B5EF4-FFF2-40B4-BE49-F238E27FC236}">
                    <a16:creationId xmlns:a16="http://schemas.microsoft.com/office/drawing/2014/main" id="{BBA81BA8-EAD3-4C8F-810C-D2CD37833E8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9" name="Freeform 150">
                <a:extLst>
                  <a:ext uri="{FF2B5EF4-FFF2-40B4-BE49-F238E27FC236}">
                    <a16:creationId xmlns:a16="http://schemas.microsoft.com/office/drawing/2014/main" id="{5AEA94AC-DC27-4CDF-A05B-F96309F5976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46 h 154"/>
                  <a:gd name="T2" fmla="*/ 28 w 144"/>
                  <a:gd name="T3" fmla="*/ 69 h 154"/>
                  <a:gd name="T4" fmla="*/ 55 w 144"/>
                  <a:gd name="T5" fmla="*/ 54 h 154"/>
                  <a:gd name="T6" fmla="*/ 29 w 144"/>
                  <a:gd name="T7" fmla="*/ 25 h 154"/>
                  <a:gd name="T8" fmla="*/ 49 w 144"/>
                  <a:gd name="T9" fmla="*/ 15 h 154"/>
                  <a:gd name="T10" fmla="*/ 55 w 144"/>
                  <a:gd name="T11" fmla="*/ 24 h 154"/>
                  <a:gd name="T12" fmla="*/ 67 w 144"/>
                  <a:gd name="T13" fmla="*/ 21 h 154"/>
                  <a:gd name="T14" fmla="*/ 46 w 144"/>
                  <a:gd name="T15" fmla="*/ 1 h 154"/>
                  <a:gd name="T16" fmla="*/ 17 w 144"/>
                  <a:gd name="T17" fmla="*/ 15 h 154"/>
                  <a:gd name="T18" fmla="*/ 43 w 144"/>
                  <a:gd name="T19" fmla="*/ 48 h 154"/>
                  <a:gd name="T20" fmla="*/ 13 w 144"/>
                  <a:gd name="T21" fmla="*/ 45 h 154"/>
                  <a:gd name="T22" fmla="*/ 0 w 144"/>
                  <a:gd name="T23" fmla="*/ 46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0" name="Freeform 151">
                <a:extLst>
                  <a:ext uri="{FF2B5EF4-FFF2-40B4-BE49-F238E27FC236}">
                    <a16:creationId xmlns:a16="http://schemas.microsoft.com/office/drawing/2014/main" id="{D882719E-1414-48FE-B231-29348B967BC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nl-BE">
                  <a:cs typeface="Arial" charset="0"/>
                </a:endParaRPr>
              </a:p>
            </p:txBody>
          </p:sp>
          <p:sp>
            <p:nvSpPr>
              <p:cNvPr id="141" name="Oval 152">
                <a:extLst>
                  <a:ext uri="{FF2B5EF4-FFF2-40B4-BE49-F238E27FC236}">
                    <a16:creationId xmlns:a16="http://schemas.microsoft.com/office/drawing/2014/main" id="{6491DC7A-0859-4A6A-918A-08543107BDF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</p:grpSp>
      </p:grpSp>
      <p:sp>
        <p:nvSpPr>
          <p:cNvPr id="6297" name="Rectangle 15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nl-NL"/>
              <a:t>Klik om het opmaakprofiel te bewerken</a:t>
            </a:r>
          </a:p>
        </p:txBody>
      </p:sp>
      <p:sp>
        <p:nvSpPr>
          <p:cNvPr id="6298" name="Rectangle 1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nl-NL"/>
              <a:t>Klik om het opmaakprofiel van de modelondertitel te bewerken</a:t>
            </a:r>
          </a:p>
        </p:txBody>
      </p:sp>
      <p:sp>
        <p:nvSpPr>
          <p:cNvPr id="155" name="Rectangle 155">
            <a:extLst>
              <a:ext uri="{FF2B5EF4-FFF2-40B4-BE49-F238E27FC236}">
                <a16:creationId xmlns:a16="http://schemas.microsoft.com/office/drawing/2014/main" id="{F3A9B061-8D9C-487E-AC96-1F619FA9198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156" name="Rectangle 156">
            <a:extLst>
              <a:ext uri="{FF2B5EF4-FFF2-40B4-BE49-F238E27FC236}">
                <a16:creationId xmlns:a16="http://schemas.microsoft.com/office/drawing/2014/main" id="{C8347BE9-3532-4CF2-8BDF-8BB35B8E9C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157" name="Rectangle 157">
            <a:extLst>
              <a:ext uri="{FF2B5EF4-FFF2-40B4-BE49-F238E27FC236}">
                <a16:creationId xmlns:a16="http://schemas.microsoft.com/office/drawing/2014/main" id="{555F0E38-4903-43E7-BC61-2BDCE358DB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 smtClean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126AE45-0A97-48BC-AA5D-0EE9B1F4E84A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21000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A5270D17-E86D-4698-8041-3638859FFA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BDEBDFE6-898E-42ED-8D75-EBFD778621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05D678FE-B06D-4796-86A0-69DD34944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3BB64-8C0D-40DA-B614-7A84BC6A389D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727361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D090B77C-C86A-48A1-97C0-D29C2C9E4A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2F585C13-166E-43D4-A8C8-5F6A20CFA0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24CA8AF7-5294-4960-9948-D5A071693D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1A0ED-8041-459C-94E7-962B9B633208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372076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39FC58F3-9EB6-4074-85B7-5E141D7D3A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6F93ADED-275D-4A8C-AA5A-FF71586737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64225C21-1EFD-42F5-A3E0-808D0EC1EB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75E15E-432F-4043-8D57-D5C788177073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67600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Rectangle 154">
            <a:extLst>
              <a:ext uri="{FF2B5EF4-FFF2-40B4-BE49-F238E27FC236}">
                <a16:creationId xmlns:a16="http://schemas.microsoft.com/office/drawing/2014/main" id="{69430972-319F-41E2-86C3-C697F1F8E2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8" name="Rectangle 155">
            <a:extLst>
              <a:ext uri="{FF2B5EF4-FFF2-40B4-BE49-F238E27FC236}">
                <a16:creationId xmlns:a16="http://schemas.microsoft.com/office/drawing/2014/main" id="{B4D2D9A1-E62C-4DEC-B62E-9EBB22411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9" name="Rectangle 156">
            <a:extLst>
              <a:ext uri="{FF2B5EF4-FFF2-40B4-BE49-F238E27FC236}">
                <a16:creationId xmlns:a16="http://schemas.microsoft.com/office/drawing/2014/main" id="{1E809B78-F468-4614-BC1C-22B012F78B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0923C-D8D7-4F61-9913-431567361F29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849951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Rectangle 154">
            <a:extLst>
              <a:ext uri="{FF2B5EF4-FFF2-40B4-BE49-F238E27FC236}">
                <a16:creationId xmlns:a16="http://schemas.microsoft.com/office/drawing/2014/main" id="{F4385D5F-FAB8-4B06-B20D-ABF74EF3CF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4" name="Rectangle 155">
            <a:extLst>
              <a:ext uri="{FF2B5EF4-FFF2-40B4-BE49-F238E27FC236}">
                <a16:creationId xmlns:a16="http://schemas.microsoft.com/office/drawing/2014/main" id="{87DEDB6E-50DA-4F68-B914-5EC4CE5452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Rectangle 156">
            <a:extLst>
              <a:ext uri="{FF2B5EF4-FFF2-40B4-BE49-F238E27FC236}">
                <a16:creationId xmlns:a16="http://schemas.microsoft.com/office/drawing/2014/main" id="{A9ABFB38-C77F-492B-86FB-82929676DB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E0F3C-7737-42E9-A13D-AD066BDD90EE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865918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4">
            <a:extLst>
              <a:ext uri="{FF2B5EF4-FFF2-40B4-BE49-F238E27FC236}">
                <a16:creationId xmlns:a16="http://schemas.microsoft.com/office/drawing/2014/main" id="{439CC834-D3CD-4FBE-988B-72786C012A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3" name="Rectangle 155">
            <a:extLst>
              <a:ext uri="{FF2B5EF4-FFF2-40B4-BE49-F238E27FC236}">
                <a16:creationId xmlns:a16="http://schemas.microsoft.com/office/drawing/2014/main" id="{E242073A-F07D-4E90-819A-79CEEB1365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4" name="Rectangle 156">
            <a:extLst>
              <a:ext uri="{FF2B5EF4-FFF2-40B4-BE49-F238E27FC236}">
                <a16:creationId xmlns:a16="http://schemas.microsoft.com/office/drawing/2014/main" id="{60B4DDCC-7082-408F-9457-7E1C72A434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7C1C1-4D7C-4F94-8F52-71AF45C0D8DE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156764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3065D539-E423-4A0A-935F-659C4454FC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C4F987A8-8B9C-47E6-9FFB-7DC9537669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453EBD9A-8232-40A1-9E67-0769EA83E2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0E9080-CA87-4492-9AA5-7E598634DFBE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48368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2E0BAEDE-1940-4DF3-AB57-E14EE725AF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EEC81AE7-5E27-4CE4-B433-392696E09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679532A6-52FE-4233-BC1D-CA4184D054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59CA5C-1DF7-431B-B448-E11BFF35C7EC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58598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55017B22-2746-4830-A928-5F4E952416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B088C4F7-6B23-457B-8D2B-0D6679245A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2DEE4F4E-287B-4CBD-9CBF-011BC411A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F219CC-38BF-4D8F-A76A-770097732260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07632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BB54449B-87EA-472A-9C31-DD318CB9C5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6986A2D2-6CCB-4001-8D12-92F5CA6D8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3469CF27-01B1-426D-B838-DC9FBE1472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81AEA-2D31-4557-A901-FF419C1441E5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12897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52546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1AC9E1C2-E535-4DA0-BFF8-CC56D7740DBF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568F6059-B712-4CF6-A8D5-71956EB5CC7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169" name="Freeform 4">
                <a:extLst>
                  <a:ext uri="{FF2B5EF4-FFF2-40B4-BE49-F238E27FC236}">
                    <a16:creationId xmlns:a16="http://schemas.microsoft.com/office/drawing/2014/main" id="{FAD2AB6E-1B68-40EE-ADCB-A4CACF58B29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0" name="Freeform 5">
                <a:extLst>
                  <a:ext uri="{FF2B5EF4-FFF2-40B4-BE49-F238E27FC236}">
                    <a16:creationId xmlns:a16="http://schemas.microsoft.com/office/drawing/2014/main" id="{BDE504ED-29E9-4EE2-A759-D7EE98607E5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1" name="Freeform 6">
                <a:extLst>
                  <a:ext uri="{FF2B5EF4-FFF2-40B4-BE49-F238E27FC236}">
                    <a16:creationId xmlns:a16="http://schemas.microsoft.com/office/drawing/2014/main" id="{BF51F3EE-DE98-45FE-8A7D-F1E569E9369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2" name="Freeform 7">
                <a:extLst>
                  <a:ext uri="{FF2B5EF4-FFF2-40B4-BE49-F238E27FC236}">
                    <a16:creationId xmlns:a16="http://schemas.microsoft.com/office/drawing/2014/main" id="{B86248B2-6A7E-401A-BD09-016D852226E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3" name="Freeform 8">
                <a:extLst>
                  <a:ext uri="{FF2B5EF4-FFF2-40B4-BE49-F238E27FC236}">
                    <a16:creationId xmlns:a16="http://schemas.microsoft.com/office/drawing/2014/main" id="{CA888F45-C93D-4879-8ACE-166962871E6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4" name="Freeform 9">
                <a:extLst>
                  <a:ext uri="{FF2B5EF4-FFF2-40B4-BE49-F238E27FC236}">
                    <a16:creationId xmlns:a16="http://schemas.microsoft.com/office/drawing/2014/main" id="{B9F9F0DF-10EB-4690-AAEF-D137FCEFDAA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5" name="Freeform 10">
                <a:extLst>
                  <a:ext uri="{FF2B5EF4-FFF2-40B4-BE49-F238E27FC236}">
                    <a16:creationId xmlns:a16="http://schemas.microsoft.com/office/drawing/2014/main" id="{AFFDA917-8694-4974-808F-A069DE59F51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6" name="Freeform 11">
                <a:extLst>
                  <a:ext uri="{FF2B5EF4-FFF2-40B4-BE49-F238E27FC236}">
                    <a16:creationId xmlns:a16="http://schemas.microsoft.com/office/drawing/2014/main" id="{C6D81E86-B7EC-4B68-854F-06F7EF20E4F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7" name="Freeform 12">
                <a:extLst>
                  <a:ext uri="{FF2B5EF4-FFF2-40B4-BE49-F238E27FC236}">
                    <a16:creationId xmlns:a16="http://schemas.microsoft.com/office/drawing/2014/main" id="{29CAB619-8416-4A29-A15D-0D187376D97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8" name="Freeform 13">
                <a:extLst>
                  <a:ext uri="{FF2B5EF4-FFF2-40B4-BE49-F238E27FC236}">
                    <a16:creationId xmlns:a16="http://schemas.microsoft.com/office/drawing/2014/main" id="{0A143D44-9311-48C6-ACFE-B68872A15B8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9" name="Freeform 14">
                <a:extLst>
                  <a:ext uri="{FF2B5EF4-FFF2-40B4-BE49-F238E27FC236}">
                    <a16:creationId xmlns:a16="http://schemas.microsoft.com/office/drawing/2014/main" id="{9CE5BC2A-2BB9-4786-B3B3-732E2DDE731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80" name="Freeform 15">
                <a:extLst>
                  <a:ext uri="{FF2B5EF4-FFF2-40B4-BE49-F238E27FC236}">
                    <a16:creationId xmlns:a16="http://schemas.microsoft.com/office/drawing/2014/main" id="{94B5990C-19A5-48BC-A109-8B79A28A5B3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81" name="Freeform 16">
                <a:extLst>
                  <a:ext uri="{FF2B5EF4-FFF2-40B4-BE49-F238E27FC236}">
                    <a16:creationId xmlns:a16="http://schemas.microsoft.com/office/drawing/2014/main" id="{6ABC77D8-1F40-4CF7-878D-6F3B0D00BE6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</p:grpSp>
        <p:grpSp>
          <p:nvGrpSpPr>
            <p:cNvPr id="1033" name="Group 17">
              <a:extLst>
                <a:ext uri="{FF2B5EF4-FFF2-40B4-BE49-F238E27FC236}">
                  <a16:creationId xmlns:a16="http://schemas.microsoft.com/office/drawing/2014/main" id="{C9E923FA-E8F9-41DF-8079-29BCF4A997C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5138" name="Rectangle 18">
                <a:extLst>
                  <a:ext uri="{FF2B5EF4-FFF2-40B4-BE49-F238E27FC236}">
                    <a16:creationId xmlns:a16="http://schemas.microsoft.com/office/drawing/2014/main" id="{1BCA3924-738E-4DC0-AD32-9568C29FCB1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39" name="Rectangle 19">
                <a:extLst>
                  <a:ext uri="{FF2B5EF4-FFF2-40B4-BE49-F238E27FC236}">
                    <a16:creationId xmlns:a16="http://schemas.microsoft.com/office/drawing/2014/main" id="{83E05078-31A2-4DDE-918D-F9977F90C5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40" name="Rectangle 20">
                <a:extLst>
                  <a:ext uri="{FF2B5EF4-FFF2-40B4-BE49-F238E27FC236}">
                    <a16:creationId xmlns:a16="http://schemas.microsoft.com/office/drawing/2014/main" id="{50DF4502-42A0-4A45-A160-0A37E9DAAF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41" name="Rectangle 21">
                <a:extLst>
                  <a:ext uri="{FF2B5EF4-FFF2-40B4-BE49-F238E27FC236}">
                    <a16:creationId xmlns:a16="http://schemas.microsoft.com/office/drawing/2014/main" id="{90666B0A-504A-47D0-81ED-837E5F34DE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42" name="Rectangle 22">
                <a:extLst>
                  <a:ext uri="{FF2B5EF4-FFF2-40B4-BE49-F238E27FC236}">
                    <a16:creationId xmlns:a16="http://schemas.microsoft.com/office/drawing/2014/main" id="{DBF743F5-DB17-492D-B801-2B5595B75D2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43" name="Rectangle 23">
                <a:extLst>
                  <a:ext uri="{FF2B5EF4-FFF2-40B4-BE49-F238E27FC236}">
                    <a16:creationId xmlns:a16="http://schemas.microsoft.com/office/drawing/2014/main" id="{A44E9B72-CBA6-4EE9-A28F-6B2A7AC63E0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44" name="Rectangle 24">
                <a:extLst>
                  <a:ext uri="{FF2B5EF4-FFF2-40B4-BE49-F238E27FC236}">
                    <a16:creationId xmlns:a16="http://schemas.microsoft.com/office/drawing/2014/main" id="{C6A6C268-3AF6-413F-9293-8550852BE4A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45" name="Rectangle 25">
                <a:extLst>
                  <a:ext uri="{FF2B5EF4-FFF2-40B4-BE49-F238E27FC236}">
                    <a16:creationId xmlns:a16="http://schemas.microsoft.com/office/drawing/2014/main" id="{4077BDB1-603D-4750-99FA-BA1773683E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46" name="Rectangle 26">
                <a:extLst>
                  <a:ext uri="{FF2B5EF4-FFF2-40B4-BE49-F238E27FC236}">
                    <a16:creationId xmlns:a16="http://schemas.microsoft.com/office/drawing/2014/main" id="{6AA5FE0A-D765-4869-B6D7-385EEEB19B3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47" name="Rectangle 27">
                <a:extLst>
                  <a:ext uri="{FF2B5EF4-FFF2-40B4-BE49-F238E27FC236}">
                    <a16:creationId xmlns:a16="http://schemas.microsoft.com/office/drawing/2014/main" id="{AC52B139-12A5-4CA5-9B94-8F1A5F9C4DE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48" name="Rectangle 28">
                <a:extLst>
                  <a:ext uri="{FF2B5EF4-FFF2-40B4-BE49-F238E27FC236}">
                    <a16:creationId xmlns:a16="http://schemas.microsoft.com/office/drawing/2014/main" id="{0A6472BE-28B1-471D-BB6E-D7C25D5C1C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49" name="Rectangle 29">
                <a:extLst>
                  <a:ext uri="{FF2B5EF4-FFF2-40B4-BE49-F238E27FC236}">
                    <a16:creationId xmlns:a16="http://schemas.microsoft.com/office/drawing/2014/main" id="{E5C4B6D0-0082-419D-ABED-01F2AEAD2C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50" name="Rectangle 30">
                <a:extLst>
                  <a:ext uri="{FF2B5EF4-FFF2-40B4-BE49-F238E27FC236}">
                    <a16:creationId xmlns:a16="http://schemas.microsoft.com/office/drawing/2014/main" id="{F24B350B-EDB5-4ECB-8BD2-F4D432FB3DF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51" name="Rectangle 31">
                <a:extLst>
                  <a:ext uri="{FF2B5EF4-FFF2-40B4-BE49-F238E27FC236}">
                    <a16:creationId xmlns:a16="http://schemas.microsoft.com/office/drawing/2014/main" id="{58EA8944-47B1-4FD1-A357-9D1E2A9D1E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52" name="Rectangle 32">
                <a:extLst>
                  <a:ext uri="{FF2B5EF4-FFF2-40B4-BE49-F238E27FC236}">
                    <a16:creationId xmlns:a16="http://schemas.microsoft.com/office/drawing/2014/main" id="{95DD3602-EA33-4E9C-B4E7-97B4E07BE0F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53" name="Rectangle 33">
                <a:extLst>
                  <a:ext uri="{FF2B5EF4-FFF2-40B4-BE49-F238E27FC236}">
                    <a16:creationId xmlns:a16="http://schemas.microsoft.com/office/drawing/2014/main" id="{11346895-6F0C-4616-A157-BAF67438F22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54" name="Rectangle 34">
                <a:extLst>
                  <a:ext uri="{FF2B5EF4-FFF2-40B4-BE49-F238E27FC236}">
                    <a16:creationId xmlns:a16="http://schemas.microsoft.com/office/drawing/2014/main" id="{1CCABD6C-7DDC-4CF5-9A00-398AC3ABC9A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55" name="Rectangle 35">
                <a:extLst>
                  <a:ext uri="{FF2B5EF4-FFF2-40B4-BE49-F238E27FC236}">
                    <a16:creationId xmlns:a16="http://schemas.microsoft.com/office/drawing/2014/main" id="{66C9E652-D34A-483E-8CC2-F9273055BB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56" name="Rectangle 36">
                <a:extLst>
                  <a:ext uri="{FF2B5EF4-FFF2-40B4-BE49-F238E27FC236}">
                    <a16:creationId xmlns:a16="http://schemas.microsoft.com/office/drawing/2014/main" id="{2A3BE47B-5546-4BC7-B14B-2278F34CE10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57" name="Rectangle 37">
                <a:extLst>
                  <a:ext uri="{FF2B5EF4-FFF2-40B4-BE49-F238E27FC236}">
                    <a16:creationId xmlns:a16="http://schemas.microsoft.com/office/drawing/2014/main" id="{032199EF-100E-41C8-81BF-B077B118EA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58" name="Rectangle 38">
                <a:extLst>
                  <a:ext uri="{FF2B5EF4-FFF2-40B4-BE49-F238E27FC236}">
                    <a16:creationId xmlns:a16="http://schemas.microsoft.com/office/drawing/2014/main" id="{772CEF84-2831-495F-B73D-13FBCA0DB8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59" name="Rectangle 39">
                <a:extLst>
                  <a:ext uri="{FF2B5EF4-FFF2-40B4-BE49-F238E27FC236}">
                    <a16:creationId xmlns:a16="http://schemas.microsoft.com/office/drawing/2014/main" id="{BE85CFBF-D120-4F5E-9B3C-EC3A0DA8806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60" name="Rectangle 40">
                <a:extLst>
                  <a:ext uri="{FF2B5EF4-FFF2-40B4-BE49-F238E27FC236}">
                    <a16:creationId xmlns:a16="http://schemas.microsoft.com/office/drawing/2014/main" id="{CADFB2B6-108E-4673-BE65-F6C2979245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61" name="Rectangle 41">
                <a:extLst>
                  <a:ext uri="{FF2B5EF4-FFF2-40B4-BE49-F238E27FC236}">
                    <a16:creationId xmlns:a16="http://schemas.microsoft.com/office/drawing/2014/main" id="{98082503-D661-4DC4-9F67-90920800E8C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62" name="Rectangle 42">
                <a:extLst>
                  <a:ext uri="{FF2B5EF4-FFF2-40B4-BE49-F238E27FC236}">
                    <a16:creationId xmlns:a16="http://schemas.microsoft.com/office/drawing/2014/main" id="{43DC1540-86AF-4F6D-B1A8-444D6D4FE8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63" name="Rectangle 43">
                <a:extLst>
                  <a:ext uri="{FF2B5EF4-FFF2-40B4-BE49-F238E27FC236}">
                    <a16:creationId xmlns:a16="http://schemas.microsoft.com/office/drawing/2014/main" id="{31BF3D4D-4D98-4861-84D3-9CD8D4A914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64" name="Rectangle 44">
                <a:extLst>
                  <a:ext uri="{FF2B5EF4-FFF2-40B4-BE49-F238E27FC236}">
                    <a16:creationId xmlns:a16="http://schemas.microsoft.com/office/drawing/2014/main" id="{9A159023-44A2-446C-9D29-A4EF655E157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65" name="Rectangle 45">
                <a:extLst>
                  <a:ext uri="{FF2B5EF4-FFF2-40B4-BE49-F238E27FC236}">
                    <a16:creationId xmlns:a16="http://schemas.microsoft.com/office/drawing/2014/main" id="{FB12384A-5E2E-491C-9E44-19D0EC19F48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66" name="Rectangle 46">
                <a:extLst>
                  <a:ext uri="{FF2B5EF4-FFF2-40B4-BE49-F238E27FC236}">
                    <a16:creationId xmlns:a16="http://schemas.microsoft.com/office/drawing/2014/main" id="{B53CD49C-806A-420D-8FBB-69BB9F2F882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67" name="Rectangle 47">
                <a:extLst>
                  <a:ext uri="{FF2B5EF4-FFF2-40B4-BE49-F238E27FC236}">
                    <a16:creationId xmlns:a16="http://schemas.microsoft.com/office/drawing/2014/main" id="{766F7119-B056-4808-BB64-C418B13145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68" name="Rectangle 48">
                <a:extLst>
                  <a:ext uri="{FF2B5EF4-FFF2-40B4-BE49-F238E27FC236}">
                    <a16:creationId xmlns:a16="http://schemas.microsoft.com/office/drawing/2014/main" id="{674B8699-C399-45B2-9462-E73BA25933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69" name="Rectangle 49">
                <a:extLst>
                  <a:ext uri="{FF2B5EF4-FFF2-40B4-BE49-F238E27FC236}">
                    <a16:creationId xmlns:a16="http://schemas.microsoft.com/office/drawing/2014/main" id="{2CB26C7F-A285-4216-A12D-800E1C45A1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70" name="Rectangle 50">
                <a:extLst>
                  <a:ext uri="{FF2B5EF4-FFF2-40B4-BE49-F238E27FC236}">
                    <a16:creationId xmlns:a16="http://schemas.microsoft.com/office/drawing/2014/main" id="{8CE046DD-5D5B-4069-92EC-065A35C83BF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71" name="Rectangle 51">
                <a:extLst>
                  <a:ext uri="{FF2B5EF4-FFF2-40B4-BE49-F238E27FC236}">
                    <a16:creationId xmlns:a16="http://schemas.microsoft.com/office/drawing/2014/main" id="{7D8AE41F-FF03-4474-BF9C-D53557705F3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72" name="Rectangle 52">
                <a:extLst>
                  <a:ext uri="{FF2B5EF4-FFF2-40B4-BE49-F238E27FC236}">
                    <a16:creationId xmlns:a16="http://schemas.microsoft.com/office/drawing/2014/main" id="{F003C60E-3301-47DC-BF4C-BF8B9D602D7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73" name="Rectangle 53">
                <a:extLst>
                  <a:ext uri="{FF2B5EF4-FFF2-40B4-BE49-F238E27FC236}">
                    <a16:creationId xmlns:a16="http://schemas.microsoft.com/office/drawing/2014/main" id="{FBE04546-65FF-4C8E-9201-9E63BBA65E8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74" name="Rectangle 54">
                <a:extLst>
                  <a:ext uri="{FF2B5EF4-FFF2-40B4-BE49-F238E27FC236}">
                    <a16:creationId xmlns:a16="http://schemas.microsoft.com/office/drawing/2014/main" id="{4F541BA4-05AD-49E7-9D11-39B5BF89D6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75" name="Rectangle 55">
                <a:extLst>
                  <a:ext uri="{FF2B5EF4-FFF2-40B4-BE49-F238E27FC236}">
                    <a16:creationId xmlns:a16="http://schemas.microsoft.com/office/drawing/2014/main" id="{3215B5DE-5CD6-479D-9862-5A9A7420779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76" name="Rectangle 56">
                <a:extLst>
                  <a:ext uri="{FF2B5EF4-FFF2-40B4-BE49-F238E27FC236}">
                    <a16:creationId xmlns:a16="http://schemas.microsoft.com/office/drawing/2014/main" id="{C1D3B994-0494-40D0-91D2-D2350B6308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77" name="Rectangle 57">
                <a:extLst>
                  <a:ext uri="{FF2B5EF4-FFF2-40B4-BE49-F238E27FC236}">
                    <a16:creationId xmlns:a16="http://schemas.microsoft.com/office/drawing/2014/main" id="{5520D05C-0C59-47B4-9875-B7F3284431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78" name="Rectangle 58">
                <a:extLst>
                  <a:ext uri="{FF2B5EF4-FFF2-40B4-BE49-F238E27FC236}">
                    <a16:creationId xmlns:a16="http://schemas.microsoft.com/office/drawing/2014/main" id="{AAED29DD-FA57-45FE-B6D9-039F57DB88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79" name="Rectangle 59">
                <a:extLst>
                  <a:ext uri="{FF2B5EF4-FFF2-40B4-BE49-F238E27FC236}">
                    <a16:creationId xmlns:a16="http://schemas.microsoft.com/office/drawing/2014/main" id="{E1EBFE82-D9AF-46DC-A77B-AC19C798CF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80" name="Rectangle 60">
                <a:extLst>
                  <a:ext uri="{FF2B5EF4-FFF2-40B4-BE49-F238E27FC236}">
                    <a16:creationId xmlns:a16="http://schemas.microsoft.com/office/drawing/2014/main" id="{ABCBD2BB-4928-424F-B4F5-1781663166B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81" name="Rectangle 61">
                <a:extLst>
                  <a:ext uri="{FF2B5EF4-FFF2-40B4-BE49-F238E27FC236}">
                    <a16:creationId xmlns:a16="http://schemas.microsoft.com/office/drawing/2014/main" id="{9CF56E98-62D7-41D1-A622-3747BF1BA9C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82" name="Rectangle 62">
                <a:extLst>
                  <a:ext uri="{FF2B5EF4-FFF2-40B4-BE49-F238E27FC236}">
                    <a16:creationId xmlns:a16="http://schemas.microsoft.com/office/drawing/2014/main" id="{32870568-FE55-40B2-839F-8D1B248C62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83" name="Rectangle 63">
                <a:extLst>
                  <a:ext uri="{FF2B5EF4-FFF2-40B4-BE49-F238E27FC236}">
                    <a16:creationId xmlns:a16="http://schemas.microsoft.com/office/drawing/2014/main" id="{357D6A1A-8251-45CE-92C5-8A1D21C5A0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84" name="Rectangle 64">
                <a:extLst>
                  <a:ext uri="{FF2B5EF4-FFF2-40B4-BE49-F238E27FC236}">
                    <a16:creationId xmlns:a16="http://schemas.microsoft.com/office/drawing/2014/main" id="{BDFF3FBB-D0FA-43B4-BABD-E8A87ADB65A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85" name="Rectangle 65">
                <a:extLst>
                  <a:ext uri="{FF2B5EF4-FFF2-40B4-BE49-F238E27FC236}">
                    <a16:creationId xmlns:a16="http://schemas.microsoft.com/office/drawing/2014/main" id="{CF60FA07-5882-4A10-8FEF-D385EF8FA8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86" name="Rectangle 66">
                <a:extLst>
                  <a:ext uri="{FF2B5EF4-FFF2-40B4-BE49-F238E27FC236}">
                    <a16:creationId xmlns:a16="http://schemas.microsoft.com/office/drawing/2014/main" id="{1D674056-FB12-4938-A1FA-3A6965F2114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87" name="Rectangle 67">
                <a:extLst>
                  <a:ext uri="{FF2B5EF4-FFF2-40B4-BE49-F238E27FC236}">
                    <a16:creationId xmlns:a16="http://schemas.microsoft.com/office/drawing/2014/main" id="{7F94B33E-1802-43CE-BD13-C38E53A72E0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88" name="Rectangle 68">
                <a:extLst>
                  <a:ext uri="{FF2B5EF4-FFF2-40B4-BE49-F238E27FC236}">
                    <a16:creationId xmlns:a16="http://schemas.microsoft.com/office/drawing/2014/main" id="{D896C7DB-B8D3-4D7A-A2FC-E64F99BCF84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89" name="Rectangle 69">
                <a:extLst>
                  <a:ext uri="{FF2B5EF4-FFF2-40B4-BE49-F238E27FC236}">
                    <a16:creationId xmlns:a16="http://schemas.microsoft.com/office/drawing/2014/main" id="{622B0E98-CDF3-405E-B69F-97EF738D54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90" name="Rectangle 70">
                <a:extLst>
                  <a:ext uri="{FF2B5EF4-FFF2-40B4-BE49-F238E27FC236}">
                    <a16:creationId xmlns:a16="http://schemas.microsoft.com/office/drawing/2014/main" id="{9209DFB6-E5D4-48F8-A140-D52BCA3E13C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91" name="Rectangle 71">
                <a:extLst>
                  <a:ext uri="{FF2B5EF4-FFF2-40B4-BE49-F238E27FC236}">
                    <a16:creationId xmlns:a16="http://schemas.microsoft.com/office/drawing/2014/main" id="{10BA8245-0290-446E-B791-151734B4ECF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92" name="Rectangle 72">
                <a:extLst>
                  <a:ext uri="{FF2B5EF4-FFF2-40B4-BE49-F238E27FC236}">
                    <a16:creationId xmlns:a16="http://schemas.microsoft.com/office/drawing/2014/main" id="{C148F444-09C4-4802-9E84-E4629B3B71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93" name="Rectangle 73">
                <a:extLst>
                  <a:ext uri="{FF2B5EF4-FFF2-40B4-BE49-F238E27FC236}">
                    <a16:creationId xmlns:a16="http://schemas.microsoft.com/office/drawing/2014/main" id="{C378F999-6093-40D0-B268-E02664B72D3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94" name="Rectangle 74">
                <a:extLst>
                  <a:ext uri="{FF2B5EF4-FFF2-40B4-BE49-F238E27FC236}">
                    <a16:creationId xmlns:a16="http://schemas.microsoft.com/office/drawing/2014/main" id="{9AD71CDA-A2BB-441C-A845-5CD4CBB808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95" name="Rectangle 75">
                <a:extLst>
                  <a:ext uri="{FF2B5EF4-FFF2-40B4-BE49-F238E27FC236}">
                    <a16:creationId xmlns:a16="http://schemas.microsoft.com/office/drawing/2014/main" id="{7E562B7D-5F97-4287-84B1-6D6431FE76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96" name="Rectangle 76">
                <a:extLst>
                  <a:ext uri="{FF2B5EF4-FFF2-40B4-BE49-F238E27FC236}">
                    <a16:creationId xmlns:a16="http://schemas.microsoft.com/office/drawing/2014/main" id="{AFAD4EEA-E007-4894-AF38-DBDFDBD3AE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97" name="Rectangle 77">
                <a:extLst>
                  <a:ext uri="{FF2B5EF4-FFF2-40B4-BE49-F238E27FC236}">
                    <a16:creationId xmlns:a16="http://schemas.microsoft.com/office/drawing/2014/main" id="{FD0E194D-50AF-48B3-B4ED-4ABC5E16926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98" name="Rectangle 78">
                <a:extLst>
                  <a:ext uri="{FF2B5EF4-FFF2-40B4-BE49-F238E27FC236}">
                    <a16:creationId xmlns:a16="http://schemas.microsoft.com/office/drawing/2014/main" id="{748E0005-8BED-4DEA-942C-918FF2A121A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99" name="Rectangle 79">
                <a:extLst>
                  <a:ext uri="{FF2B5EF4-FFF2-40B4-BE49-F238E27FC236}">
                    <a16:creationId xmlns:a16="http://schemas.microsoft.com/office/drawing/2014/main" id="{D4A050A2-6F4F-462C-A76C-7DD69916ED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00" name="Rectangle 80">
                <a:extLst>
                  <a:ext uri="{FF2B5EF4-FFF2-40B4-BE49-F238E27FC236}">
                    <a16:creationId xmlns:a16="http://schemas.microsoft.com/office/drawing/2014/main" id="{6A604A57-8599-4772-99EC-FD0400FCA83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7" name="Freeform 81">
                <a:extLst>
                  <a:ext uri="{FF2B5EF4-FFF2-40B4-BE49-F238E27FC236}">
                    <a16:creationId xmlns:a16="http://schemas.microsoft.com/office/drawing/2014/main" id="{DE495BC5-F06F-4BD4-8632-4A9BEA66550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5202" name="Rectangle 82">
                <a:extLst>
                  <a:ext uri="{FF2B5EF4-FFF2-40B4-BE49-F238E27FC236}">
                    <a16:creationId xmlns:a16="http://schemas.microsoft.com/office/drawing/2014/main" id="{9FB25CBB-544B-4D6E-BC07-A57E181A35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03" name="Rectangle 83">
                <a:extLst>
                  <a:ext uri="{FF2B5EF4-FFF2-40B4-BE49-F238E27FC236}">
                    <a16:creationId xmlns:a16="http://schemas.microsoft.com/office/drawing/2014/main" id="{91BE6311-C151-41A9-9516-8359B125C6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04" name="Rectangle 84">
                <a:extLst>
                  <a:ext uri="{FF2B5EF4-FFF2-40B4-BE49-F238E27FC236}">
                    <a16:creationId xmlns:a16="http://schemas.microsoft.com/office/drawing/2014/main" id="{47E069E8-2540-4B59-853F-6F4870FB3B8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05" name="Rectangle 85">
                <a:extLst>
                  <a:ext uri="{FF2B5EF4-FFF2-40B4-BE49-F238E27FC236}">
                    <a16:creationId xmlns:a16="http://schemas.microsoft.com/office/drawing/2014/main" id="{D62EAAB8-925D-4D27-9AE2-231EACDF3F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06" name="Rectangle 86">
                <a:extLst>
                  <a:ext uri="{FF2B5EF4-FFF2-40B4-BE49-F238E27FC236}">
                    <a16:creationId xmlns:a16="http://schemas.microsoft.com/office/drawing/2014/main" id="{F3F10F4B-5DD6-4956-8F7C-43565C980E6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07" name="Rectangle 87">
                <a:extLst>
                  <a:ext uri="{FF2B5EF4-FFF2-40B4-BE49-F238E27FC236}">
                    <a16:creationId xmlns:a16="http://schemas.microsoft.com/office/drawing/2014/main" id="{A89343CC-1DCA-4A0C-8736-A7904B58961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08" name="Rectangle 88">
                <a:extLst>
                  <a:ext uri="{FF2B5EF4-FFF2-40B4-BE49-F238E27FC236}">
                    <a16:creationId xmlns:a16="http://schemas.microsoft.com/office/drawing/2014/main" id="{6520020E-C99A-48BF-A44D-079CA23D44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09" name="Rectangle 89">
                <a:extLst>
                  <a:ext uri="{FF2B5EF4-FFF2-40B4-BE49-F238E27FC236}">
                    <a16:creationId xmlns:a16="http://schemas.microsoft.com/office/drawing/2014/main" id="{38656D2B-304A-47A9-AF53-8FCF89ED6D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10" name="Rectangle 90">
                <a:extLst>
                  <a:ext uri="{FF2B5EF4-FFF2-40B4-BE49-F238E27FC236}">
                    <a16:creationId xmlns:a16="http://schemas.microsoft.com/office/drawing/2014/main" id="{8225CE40-F6C8-4DAC-ACA8-233C85139F3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11" name="Rectangle 91">
                <a:extLst>
                  <a:ext uri="{FF2B5EF4-FFF2-40B4-BE49-F238E27FC236}">
                    <a16:creationId xmlns:a16="http://schemas.microsoft.com/office/drawing/2014/main" id="{BA496868-80A8-4EB6-A44A-90EDDB67E47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12" name="Rectangle 92">
                <a:extLst>
                  <a:ext uri="{FF2B5EF4-FFF2-40B4-BE49-F238E27FC236}">
                    <a16:creationId xmlns:a16="http://schemas.microsoft.com/office/drawing/2014/main" id="{E00D892D-8DC0-4F7A-9C4A-41755CC6205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13" name="Rectangle 93">
                <a:extLst>
                  <a:ext uri="{FF2B5EF4-FFF2-40B4-BE49-F238E27FC236}">
                    <a16:creationId xmlns:a16="http://schemas.microsoft.com/office/drawing/2014/main" id="{557C2D19-25F7-4DB3-99B8-82B389D5AA6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14" name="Rectangle 94">
                <a:extLst>
                  <a:ext uri="{FF2B5EF4-FFF2-40B4-BE49-F238E27FC236}">
                    <a16:creationId xmlns:a16="http://schemas.microsoft.com/office/drawing/2014/main" id="{5872D451-D0F4-43D5-8139-B05C4884221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15" name="Rectangle 95">
                <a:extLst>
                  <a:ext uri="{FF2B5EF4-FFF2-40B4-BE49-F238E27FC236}">
                    <a16:creationId xmlns:a16="http://schemas.microsoft.com/office/drawing/2014/main" id="{637E5193-FD5F-444C-AD18-10284A6F2D4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16" name="Rectangle 96">
                <a:extLst>
                  <a:ext uri="{FF2B5EF4-FFF2-40B4-BE49-F238E27FC236}">
                    <a16:creationId xmlns:a16="http://schemas.microsoft.com/office/drawing/2014/main" id="{867B6DA1-20BC-4506-89A7-070758E051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17" name="Rectangle 97">
                <a:extLst>
                  <a:ext uri="{FF2B5EF4-FFF2-40B4-BE49-F238E27FC236}">
                    <a16:creationId xmlns:a16="http://schemas.microsoft.com/office/drawing/2014/main" id="{B97CADD7-DD87-4964-BA1C-1CD09AE337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18" name="Rectangle 98">
                <a:extLst>
                  <a:ext uri="{FF2B5EF4-FFF2-40B4-BE49-F238E27FC236}">
                    <a16:creationId xmlns:a16="http://schemas.microsoft.com/office/drawing/2014/main" id="{A70D310B-700B-477C-B73E-7C516BF535D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19" name="Rectangle 99">
                <a:extLst>
                  <a:ext uri="{FF2B5EF4-FFF2-40B4-BE49-F238E27FC236}">
                    <a16:creationId xmlns:a16="http://schemas.microsoft.com/office/drawing/2014/main" id="{96AD6A4A-D02C-4EDE-825C-26CE679B8B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20" name="Rectangle 100">
                <a:extLst>
                  <a:ext uri="{FF2B5EF4-FFF2-40B4-BE49-F238E27FC236}">
                    <a16:creationId xmlns:a16="http://schemas.microsoft.com/office/drawing/2014/main" id="{C865CF06-A474-467F-99ED-911299A197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21" name="Rectangle 101">
                <a:extLst>
                  <a:ext uri="{FF2B5EF4-FFF2-40B4-BE49-F238E27FC236}">
                    <a16:creationId xmlns:a16="http://schemas.microsoft.com/office/drawing/2014/main" id="{9FC678B2-DA8F-44E3-82F5-3FC74C5F6E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22" name="Rectangle 102">
                <a:extLst>
                  <a:ext uri="{FF2B5EF4-FFF2-40B4-BE49-F238E27FC236}">
                    <a16:creationId xmlns:a16="http://schemas.microsoft.com/office/drawing/2014/main" id="{6D625105-33ED-470F-AD3A-EEA93534F6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23" name="Rectangle 103">
                <a:extLst>
                  <a:ext uri="{FF2B5EF4-FFF2-40B4-BE49-F238E27FC236}">
                    <a16:creationId xmlns:a16="http://schemas.microsoft.com/office/drawing/2014/main" id="{A19A8B8E-D590-4F12-A929-A4A29D55305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24" name="Rectangle 104">
                <a:extLst>
                  <a:ext uri="{FF2B5EF4-FFF2-40B4-BE49-F238E27FC236}">
                    <a16:creationId xmlns:a16="http://schemas.microsoft.com/office/drawing/2014/main" id="{D51D6886-0DCB-4FBC-942A-35486E9011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25" name="Rectangle 105">
                <a:extLst>
                  <a:ext uri="{FF2B5EF4-FFF2-40B4-BE49-F238E27FC236}">
                    <a16:creationId xmlns:a16="http://schemas.microsoft.com/office/drawing/2014/main" id="{A09EA03D-F1DA-41EA-9313-B64CB2A0AE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26" name="Rectangle 106">
                <a:extLst>
                  <a:ext uri="{FF2B5EF4-FFF2-40B4-BE49-F238E27FC236}">
                    <a16:creationId xmlns:a16="http://schemas.microsoft.com/office/drawing/2014/main" id="{D90359C6-508F-4FB2-BB23-5762F8AAF57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27" name="Rectangle 107">
                <a:extLst>
                  <a:ext uri="{FF2B5EF4-FFF2-40B4-BE49-F238E27FC236}">
                    <a16:creationId xmlns:a16="http://schemas.microsoft.com/office/drawing/2014/main" id="{8EFF17AE-88EA-4A2E-A1FE-66786F4AD1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28" name="Rectangle 108">
                <a:extLst>
                  <a:ext uri="{FF2B5EF4-FFF2-40B4-BE49-F238E27FC236}">
                    <a16:creationId xmlns:a16="http://schemas.microsoft.com/office/drawing/2014/main" id="{216D9E49-D67F-4032-B801-487F8401D28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29" name="Rectangle 109">
                <a:extLst>
                  <a:ext uri="{FF2B5EF4-FFF2-40B4-BE49-F238E27FC236}">
                    <a16:creationId xmlns:a16="http://schemas.microsoft.com/office/drawing/2014/main" id="{57CDA5E9-E8D2-41E9-8B0F-3ABC8EC6BA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30" name="Rectangle 110">
                <a:extLst>
                  <a:ext uri="{FF2B5EF4-FFF2-40B4-BE49-F238E27FC236}">
                    <a16:creationId xmlns:a16="http://schemas.microsoft.com/office/drawing/2014/main" id="{9609068D-4911-44A7-919E-D1FF77027E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31" name="Rectangle 111">
                <a:extLst>
                  <a:ext uri="{FF2B5EF4-FFF2-40B4-BE49-F238E27FC236}">
                    <a16:creationId xmlns:a16="http://schemas.microsoft.com/office/drawing/2014/main" id="{55361B57-D207-497D-885C-B6F41E3E65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32" name="Rectangle 112">
                <a:extLst>
                  <a:ext uri="{FF2B5EF4-FFF2-40B4-BE49-F238E27FC236}">
                    <a16:creationId xmlns:a16="http://schemas.microsoft.com/office/drawing/2014/main" id="{09CDAFB2-BA03-4070-AE1C-1ED933EB47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33" name="Rectangle 113">
                <a:extLst>
                  <a:ext uri="{FF2B5EF4-FFF2-40B4-BE49-F238E27FC236}">
                    <a16:creationId xmlns:a16="http://schemas.microsoft.com/office/drawing/2014/main" id="{47DC9EE4-4621-43FE-99EF-839AA5A3B3A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34" name="Rectangle 114">
                <a:extLst>
                  <a:ext uri="{FF2B5EF4-FFF2-40B4-BE49-F238E27FC236}">
                    <a16:creationId xmlns:a16="http://schemas.microsoft.com/office/drawing/2014/main" id="{DA75FFE2-827F-4B3F-84F8-1CDB5BA6A13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35" name="Rectangle 115">
                <a:extLst>
                  <a:ext uri="{FF2B5EF4-FFF2-40B4-BE49-F238E27FC236}">
                    <a16:creationId xmlns:a16="http://schemas.microsoft.com/office/drawing/2014/main" id="{F704DE51-DFFF-4AB6-88A8-F9575CED7A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36" name="Rectangle 116">
                <a:extLst>
                  <a:ext uri="{FF2B5EF4-FFF2-40B4-BE49-F238E27FC236}">
                    <a16:creationId xmlns:a16="http://schemas.microsoft.com/office/drawing/2014/main" id="{72B4D0CD-50A9-4AE8-9F33-B5D2A008015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37" name="Rectangle 117">
                <a:extLst>
                  <a:ext uri="{FF2B5EF4-FFF2-40B4-BE49-F238E27FC236}">
                    <a16:creationId xmlns:a16="http://schemas.microsoft.com/office/drawing/2014/main" id="{733F0B47-50BE-434C-A40D-3A94FB99D34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38" name="Rectangle 118">
                <a:extLst>
                  <a:ext uri="{FF2B5EF4-FFF2-40B4-BE49-F238E27FC236}">
                    <a16:creationId xmlns:a16="http://schemas.microsoft.com/office/drawing/2014/main" id="{17D1A858-ABA1-44DC-A847-AED10F5625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39" name="Rectangle 119">
                <a:extLst>
                  <a:ext uri="{FF2B5EF4-FFF2-40B4-BE49-F238E27FC236}">
                    <a16:creationId xmlns:a16="http://schemas.microsoft.com/office/drawing/2014/main" id="{C052A25F-C950-400D-A934-3A87EDF926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40" name="Rectangle 120">
                <a:extLst>
                  <a:ext uri="{FF2B5EF4-FFF2-40B4-BE49-F238E27FC236}">
                    <a16:creationId xmlns:a16="http://schemas.microsoft.com/office/drawing/2014/main" id="{773F18F3-A486-4049-8522-7E0EDD732B4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41" name="Rectangle 121">
                <a:extLst>
                  <a:ext uri="{FF2B5EF4-FFF2-40B4-BE49-F238E27FC236}">
                    <a16:creationId xmlns:a16="http://schemas.microsoft.com/office/drawing/2014/main" id="{CF7732CD-32C6-48B9-AC0D-82D1341B677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42" name="Rectangle 122">
                <a:extLst>
                  <a:ext uri="{FF2B5EF4-FFF2-40B4-BE49-F238E27FC236}">
                    <a16:creationId xmlns:a16="http://schemas.microsoft.com/office/drawing/2014/main" id="{ECF29009-99D7-45A5-803A-49FC84C506C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43" name="Rectangle 123">
                <a:extLst>
                  <a:ext uri="{FF2B5EF4-FFF2-40B4-BE49-F238E27FC236}">
                    <a16:creationId xmlns:a16="http://schemas.microsoft.com/office/drawing/2014/main" id="{300066E5-9FC3-4B67-9BA9-EC793F42035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44" name="Rectangle 124">
                <a:extLst>
                  <a:ext uri="{FF2B5EF4-FFF2-40B4-BE49-F238E27FC236}">
                    <a16:creationId xmlns:a16="http://schemas.microsoft.com/office/drawing/2014/main" id="{A45DB811-5788-40A0-8CB7-46AB21B0FFB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45" name="Rectangle 125">
                <a:extLst>
                  <a:ext uri="{FF2B5EF4-FFF2-40B4-BE49-F238E27FC236}">
                    <a16:creationId xmlns:a16="http://schemas.microsoft.com/office/drawing/2014/main" id="{C70A6982-518A-48D2-9732-9328F95280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46" name="Rectangle 126">
                <a:extLst>
                  <a:ext uri="{FF2B5EF4-FFF2-40B4-BE49-F238E27FC236}">
                    <a16:creationId xmlns:a16="http://schemas.microsoft.com/office/drawing/2014/main" id="{FBC91F40-CFFB-44F0-A0E6-62A993447AC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47" name="Rectangle 127">
                <a:extLst>
                  <a:ext uri="{FF2B5EF4-FFF2-40B4-BE49-F238E27FC236}">
                    <a16:creationId xmlns:a16="http://schemas.microsoft.com/office/drawing/2014/main" id="{17AA66D6-8CF2-4B28-BC80-3A9356C866D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48" name="Rectangle 128">
                <a:extLst>
                  <a:ext uri="{FF2B5EF4-FFF2-40B4-BE49-F238E27FC236}">
                    <a16:creationId xmlns:a16="http://schemas.microsoft.com/office/drawing/2014/main" id="{3C552F42-09A9-42A9-AB38-2993353F437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49" name="Rectangle 129">
                <a:extLst>
                  <a:ext uri="{FF2B5EF4-FFF2-40B4-BE49-F238E27FC236}">
                    <a16:creationId xmlns:a16="http://schemas.microsoft.com/office/drawing/2014/main" id="{95B4E964-67D1-4190-A753-274A16C0512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50" name="Rectangle 130">
                <a:extLst>
                  <a:ext uri="{FF2B5EF4-FFF2-40B4-BE49-F238E27FC236}">
                    <a16:creationId xmlns:a16="http://schemas.microsoft.com/office/drawing/2014/main" id="{8EDED2C4-B485-4CD8-AB68-92040D6331E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51" name="Rectangle 131">
                <a:extLst>
                  <a:ext uri="{FF2B5EF4-FFF2-40B4-BE49-F238E27FC236}">
                    <a16:creationId xmlns:a16="http://schemas.microsoft.com/office/drawing/2014/main" id="{579F0C04-7C8B-465B-B13D-2ADC5448991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52" name="Rectangle 132">
                <a:extLst>
                  <a:ext uri="{FF2B5EF4-FFF2-40B4-BE49-F238E27FC236}">
                    <a16:creationId xmlns:a16="http://schemas.microsoft.com/office/drawing/2014/main" id="{741C1F34-4326-4C7D-BE27-BF6364EEC2E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53" name="Rectangle 133">
                <a:extLst>
                  <a:ext uri="{FF2B5EF4-FFF2-40B4-BE49-F238E27FC236}">
                    <a16:creationId xmlns:a16="http://schemas.microsoft.com/office/drawing/2014/main" id="{3E62A2A1-9E93-4C11-BBE2-CA7A6BCF58F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54" name="Rectangle 134">
                <a:extLst>
                  <a:ext uri="{FF2B5EF4-FFF2-40B4-BE49-F238E27FC236}">
                    <a16:creationId xmlns:a16="http://schemas.microsoft.com/office/drawing/2014/main" id="{0832FC03-5B7E-464C-961F-7531964CD3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55" name="Rectangle 135">
                <a:extLst>
                  <a:ext uri="{FF2B5EF4-FFF2-40B4-BE49-F238E27FC236}">
                    <a16:creationId xmlns:a16="http://schemas.microsoft.com/office/drawing/2014/main" id="{EB6D299E-6A4F-41A3-923C-079CAE50AB7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56" name="Rectangle 136">
                <a:extLst>
                  <a:ext uri="{FF2B5EF4-FFF2-40B4-BE49-F238E27FC236}">
                    <a16:creationId xmlns:a16="http://schemas.microsoft.com/office/drawing/2014/main" id="{8501E7F5-C411-4125-B442-EDD522AA7A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57" name="Rectangle 137">
                <a:extLst>
                  <a:ext uri="{FF2B5EF4-FFF2-40B4-BE49-F238E27FC236}">
                    <a16:creationId xmlns:a16="http://schemas.microsoft.com/office/drawing/2014/main" id="{43C36720-8D69-4FD9-A880-1E5AF41E1D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4" name="Freeform 138">
                <a:extLst>
                  <a:ext uri="{FF2B5EF4-FFF2-40B4-BE49-F238E27FC236}">
                    <a16:creationId xmlns:a16="http://schemas.microsoft.com/office/drawing/2014/main" id="{34CCA39E-8E24-4029-8EBF-354DF4211E3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5" name="Freeform 139">
                <a:extLst>
                  <a:ext uri="{FF2B5EF4-FFF2-40B4-BE49-F238E27FC236}">
                    <a16:creationId xmlns:a16="http://schemas.microsoft.com/office/drawing/2014/main" id="{CACFE33A-1887-41B2-BA36-70EE183B271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6" name="Freeform 140">
                <a:extLst>
                  <a:ext uri="{FF2B5EF4-FFF2-40B4-BE49-F238E27FC236}">
                    <a16:creationId xmlns:a16="http://schemas.microsoft.com/office/drawing/2014/main" id="{8F26C3F4-62CC-4B7C-AABB-31575F6D822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7" name="Freeform 141">
                <a:extLst>
                  <a:ext uri="{FF2B5EF4-FFF2-40B4-BE49-F238E27FC236}">
                    <a16:creationId xmlns:a16="http://schemas.microsoft.com/office/drawing/2014/main" id="{4E51024B-1F35-465C-AE77-8919FD4D9A5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8" name="Freeform 142">
                <a:extLst>
                  <a:ext uri="{FF2B5EF4-FFF2-40B4-BE49-F238E27FC236}">
                    <a16:creationId xmlns:a16="http://schemas.microsoft.com/office/drawing/2014/main" id="{432033F3-F66D-4FEF-9941-6B6E9A9CA46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9" name="Freeform 143">
                <a:extLst>
                  <a:ext uri="{FF2B5EF4-FFF2-40B4-BE49-F238E27FC236}">
                    <a16:creationId xmlns:a16="http://schemas.microsoft.com/office/drawing/2014/main" id="{4EFC0ED4-4AA9-46A3-ADD5-E8D5B42A6E3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0" name="Freeform 144">
                <a:extLst>
                  <a:ext uri="{FF2B5EF4-FFF2-40B4-BE49-F238E27FC236}">
                    <a16:creationId xmlns:a16="http://schemas.microsoft.com/office/drawing/2014/main" id="{8068FE6E-5E66-4640-AF15-EE9FD2C07E5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1" name="Freeform 145">
                <a:extLst>
                  <a:ext uri="{FF2B5EF4-FFF2-40B4-BE49-F238E27FC236}">
                    <a16:creationId xmlns:a16="http://schemas.microsoft.com/office/drawing/2014/main" id="{A1EE2EE3-B7FC-4C76-846B-2AB9C912517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2" name="Freeform 146">
                <a:extLst>
                  <a:ext uri="{FF2B5EF4-FFF2-40B4-BE49-F238E27FC236}">
                    <a16:creationId xmlns:a16="http://schemas.microsoft.com/office/drawing/2014/main" id="{44D86558-DF4C-47F2-9D81-03084A205BA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5267" name="Rectangle 147">
                <a:extLst>
                  <a:ext uri="{FF2B5EF4-FFF2-40B4-BE49-F238E27FC236}">
                    <a16:creationId xmlns:a16="http://schemas.microsoft.com/office/drawing/2014/main" id="{72A764CC-60CE-4A35-876B-509760674E1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68" name="Rectangle 148">
                <a:extLst>
                  <a:ext uri="{FF2B5EF4-FFF2-40B4-BE49-F238E27FC236}">
                    <a16:creationId xmlns:a16="http://schemas.microsoft.com/office/drawing/2014/main" id="{D3ED2BB7-2E2E-4EA7-B073-6336F61A48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65" name="Freeform 149">
                <a:extLst>
                  <a:ext uri="{FF2B5EF4-FFF2-40B4-BE49-F238E27FC236}">
                    <a16:creationId xmlns:a16="http://schemas.microsoft.com/office/drawing/2014/main" id="{A644AA29-3A86-4964-B614-8B129AAD0BF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6" name="Freeform 150">
                <a:extLst>
                  <a:ext uri="{FF2B5EF4-FFF2-40B4-BE49-F238E27FC236}">
                    <a16:creationId xmlns:a16="http://schemas.microsoft.com/office/drawing/2014/main" id="{1668AC99-8698-4D2E-B41B-09F21CDFF57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46 h 154"/>
                  <a:gd name="T2" fmla="*/ 28 w 144"/>
                  <a:gd name="T3" fmla="*/ 69 h 154"/>
                  <a:gd name="T4" fmla="*/ 55 w 144"/>
                  <a:gd name="T5" fmla="*/ 54 h 154"/>
                  <a:gd name="T6" fmla="*/ 29 w 144"/>
                  <a:gd name="T7" fmla="*/ 25 h 154"/>
                  <a:gd name="T8" fmla="*/ 49 w 144"/>
                  <a:gd name="T9" fmla="*/ 15 h 154"/>
                  <a:gd name="T10" fmla="*/ 55 w 144"/>
                  <a:gd name="T11" fmla="*/ 24 h 154"/>
                  <a:gd name="T12" fmla="*/ 67 w 144"/>
                  <a:gd name="T13" fmla="*/ 21 h 154"/>
                  <a:gd name="T14" fmla="*/ 46 w 144"/>
                  <a:gd name="T15" fmla="*/ 1 h 154"/>
                  <a:gd name="T16" fmla="*/ 17 w 144"/>
                  <a:gd name="T17" fmla="*/ 15 h 154"/>
                  <a:gd name="T18" fmla="*/ 43 w 144"/>
                  <a:gd name="T19" fmla="*/ 48 h 154"/>
                  <a:gd name="T20" fmla="*/ 13 w 144"/>
                  <a:gd name="T21" fmla="*/ 45 h 154"/>
                  <a:gd name="T22" fmla="*/ 0 w 144"/>
                  <a:gd name="T23" fmla="*/ 46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5271" name="Freeform 151">
                <a:extLst>
                  <a:ext uri="{FF2B5EF4-FFF2-40B4-BE49-F238E27FC236}">
                    <a16:creationId xmlns:a16="http://schemas.microsoft.com/office/drawing/2014/main" id="{80DA38BD-3361-4CB7-AF5F-D82D8D84DB9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nl-BE">
                  <a:cs typeface="Arial" charset="0"/>
                </a:endParaRPr>
              </a:p>
            </p:txBody>
          </p:sp>
          <p:sp>
            <p:nvSpPr>
              <p:cNvPr id="5272" name="Oval 152">
                <a:extLst>
                  <a:ext uri="{FF2B5EF4-FFF2-40B4-BE49-F238E27FC236}">
                    <a16:creationId xmlns:a16="http://schemas.microsoft.com/office/drawing/2014/main" id="{B8461BB4-13D2-46F7-80CF-8AA76252254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</p:grpSp>
      </p:grpSp>
      <p:sp>
        <p:nvSpPr>
          <p:cNvPr id="5273" name="Rectangle 153">
            <a:extLst>
              <a:ext uri="{FF2B5EF4-FFF2-40B4-BE49-F238E27FC236}">
                <a16:creationId xmlns:a16="http://schemas.microsoft.com/office/drawing/2014/main" id="{57FA2E4D-5FC5-4897-8BEA-5AC855CA3D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het opmaakprofiel te bewerken</a:t>
            </a:r>
          </a:p>
        </p:txBody>
      </p:sp>
      <p:sp>
        <p:nvSpPr>
          <p:cNvPr id="5274" name="Rectangle 154">
            <a:extLst>
              <a:ext uri="{FF2B5EF4-FFF2-40B4-BE49-F238E27FC236}">
                <a16:creationId xmlns:a16="http://schemas.microsoft.com/office/drawing/2014/main" id="{BEAC825F-DF56-4791-A0B1-136785D8BEA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275" name="Rectangle 155">
            <a:extLst>
              <a:ext uri="{FF2B5EF4-FFF2-40B4-BE49-F238E27FC236}">
                <a16:creationId xmlns:a16="http://schemas.microsoft.com/office/drawing/2014/main" id="{A18C4AE6-12F7-4D15-A5FD-26EC046F28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276" name="Rectangle 156">
            <a:extLst>
              <a:ext uri="{FF2B5EF4-FFF2-40B4-BE49-F238E27FC236}">
                <a16:creationId xmlns:a16="http://schemas.microsoft.com/office/drawing/2014/main" id="{277FF291-69CD-4D77-B18E-458B0E05DC0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69F13C2-93E7-423E-BC26-26E7A435CEB0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  <p:sp>
        <p:nvSpPr>
          <p:cNvPr id="5277" name="Rectangle 157">
            <a:extLst>
              <a:ext uri="{FF2B5EF4-FFF2-40B4-BE49-F238E27FC236}">
                <a16:creationId xmlns:a16="http://schemas.microsoft.com/office/drawing/2014/main" id="{113F9168-D6F5-41A5-A7BC-EC8B2A55E82B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opmaakprofielen van de modeltekst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javascript:%20popUp('./Kinematica/indeling_van_bewegingen/fietswiel_physlet.html',660,290)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gif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phet.colorado.edu/sims/html/my-solar-system/latest/my-solar-system_all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801CF15-1469-4D4D-9CCD-F8F9FC08A9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628775"/>
            <a:ext cx="7772400" cy="1736725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KINEMATICA</a:t>
            </a:r>
            <a:endParaRPr lang="nl-NL" altLang="nl-BE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D44816D-6047-4E16-9EFE-4D0488DA87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76375" y="4221163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sz="3000"/>
              <a:t>INDELING VAN BEWEGINGEN</a:t>
            </a:r>
          </a:p>
          <a:p>
            <a:pPr eaLnBrk="1" hangingPunct="1">
              <a:defRPr/>
            </a:pPr>
            <a:endParaRPr lang="nl-NL" altLang="nl-BE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CF9C8-657B-FEC6-41C5-F5F17148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 Leerplandoelstellingen uit het leerplan III-BCSW-d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B9E2361-FDE7-FE13-0177-CC76296C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 dirty="0">
                <a:effectLst/>
              </a:rPr>
              <a:t>LPD 13F</a:t>
            </a:r>
            <a:br>
              <a:rPr lang="nl-NL" dirty="0"/>
            </a:br>
            <a:r>
              <a:rPr lang="nl-NL" i="1" dirty="0">
                <a:effectLst/>
              </a:rPr>
              <a:t>De leerlingen analyseren en kwantificeren het verband tussen positie, tijdstip, snelheid en versnelling bij de eenparig versnelde rechtlijnige beweging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45014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83F6AB-C6B2-0305-9F25-D8D1225F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25" y="-99392"/>
            <a:ext cx="8540750" cy="1143000"/>
          </a:xfrm>
        </p:spPr>
        <p:txBody>
          <a:bodyPr/>
          <a:lstStyle/>
          <a:p>
            <a:r>
              <a:rPr lang="nl-BE" dirty="0"/>
              <a:t>Lesdoelen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836045D-78B2-CE0B-4E60-3C5D5DFB4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1043608"/>
            <a:ext cx="8540750" cy="540972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nl-NL" sz="2400" dirty="0"/>
              <a:t>De leerling begrijpt het verschil tussen rust en beweging als relatieve begrippen.</a:t>
            </a:r>
          </a:p>
          <a:p>
            <a:pPr>
              <a:spcBef>
                <a:spcPts val="1800"/>
              </a:spcBef>
            </a:pPr>
            <a:r>
              <a:rPr lang="nl-NL" sz="2400" dirty="0"/>
              <a:t>De leerling herkent en beschrijft translatie, rotatie en samengestelde bewegingen.</a:t>
            </a:r>
          </a:p>
          <a:p>
            <a:pPr>
              <a:spcBef>
                <a:spcPts val="1800"/>
              </a:spcBef>
            </a:pPr>
            <a:r>
              <a:rPr lang="nl-NL" sz="2400" dirty="0"/>
              <a:t>De leerling past het concept van referentiepunt toe bij het analyseren van beweging.</a:t>
            </a:r>
          </a:p>
          <a:p>
            <a:pPr>
              <a:spcBef>
                <a:spcPts val="1800"/>
              </a:spcBef>
            </a:pPr>
            <a:r>
              <a:rPr lang="nl-NL" sz="2400" dirty="0"/>
              <a:t>De leerling definieert een star lichaam en puntmassa als benaderingen in kinematica.</a:t>
            </a:r>
          </a:p>
          <a:p>
            <a:pPr>
              <a:spcBef>
                <a:spcPts val="1800"/>
              </a:spcBef>
            </a:pPr>
            <a:r>
              <a:rPr lang="nl-NL" sz="2400" dirty="0"/>
              <a:t>De leerling identificeert verschillende baansoorten: rechtlijnig, cirkelvormig, kromlijnig.</a:t>
            </a:r>
          </a:p>
          <a:p>
            <a:pPr>
              <a:spcBef>
                <a:spcPts val="1800"/>
              </a:spcBef>
            </a:pPr>
            <a:r>
              <a:rPr lang="nl-NL" sz="2400" dirty="0"/>
              <a:t>De leerling past de indeling van bewegingen toe in concrete situaties en opdrachten.</a:t>
            </a:r>
            <a:endParaRPr lang="nl-BE" sz="2400" dirty="0"/>
          </a:p>
        </p:txBody>
      </p:sp>
    </p:spTree>
    <p:extLst>
      <p:ext uri="{BB962C8B-B14F-4D97-AF65-F5344CB8AC3E}">
        <p14:creationId xmlns:p14="http://schemas.microsoft.com/office/powerpoint/2010/main" val="387380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5BE4E-4658-A896-D715-C34D099B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7325"/>
            <a:ext cx="8540750" cy="1143000"/>
          </a:xfrm>
        </p:spPr>
        <p:txBody>
          <a:bodyPr/>
          <a:lstStyle/>
          <a:p>
            <a:r>
              <a:rPr lang="nl-NL" sz="2800" i="1" dirty="0"/>
              <a:t>Inhoud van het hoofdstuk: Indeling van bewegingen</a:t>
            </a:r>
            <a:br>
              <a:rPr lang="nl-NL" dirty="0"/>
            </a:b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E22FAD-6E45-8D40-EB2B-3A78A67BF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25" y="836712"/>
            <a:ext cx="8842375" cy="449897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Introductie van kinematica als onderdeel van de mechanica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Uitleg over rust en beweging als relatieve begrippen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Belang van het referentiepunt bij het beoordelen van beweging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Voorbeelden van beweging en rust in verschillende contexten (trein, roltrap, reclamebord)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Opdrachten om beweging te analyseren in dagelijkse situaties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Uitleg en voorbeelden van translatie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Uitleg en voorbeelden van rotatie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Samengestelde beweging: combinatie van translatie en rotatie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Definitie van een star lichaam als benadering in kinematica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Definitie van een puntmassa als vereenvoudiging van een lichaam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Wat is een baan? Rechtlijnig, cirkelvormig, kromlijnig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Opdrachten rond baansoorten en bewegingen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Gebruik van simulatie (</a:t>
            </a:r>
            <a:r>
              <a:rPr lang="nl-NL" sz="1600" dirty="0" err="1">
                <a:effectLst/>
              </a:rPr>
              <a:t>PhET</a:t>
            </a:r>
            <a:r>
              <a:rPr lang="nl-NL" sz="1600" dirty="0">
                <a:effectLst/>
              </a:rPr>
              <a:t>) om bewegingen in het zonnestelsel te verkennen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Toepassing van begrippen in realistische situaties (fiets, kat, orkaan, draaideur)</a:t>
            </a:r>
          </a:p>
          <a:p>
            <a:pPr>
              <a:spcBef>
                <a:spcPts val="1200"/>
              </a:spcBef>
            </a:pPr>
            <a:r>
              <a:rPr lang="nl-NL" sz="1600" dirty="0">
                <a:effectLst/>
              </a:rPr>
              <a:t>Zelfevaluatie van lesdoelen voor en na de toets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1785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C8C8310-9E47-43AC-A2C0-ACF6E42EE7E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Definitie kinematica</a:t>
            </a:r>
            <a:endParaRPr lang="nl-NL" altLang="nl-BE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3AEE7C6-AE1E-4DDC-B448-07C4530D35A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50825" y="1412875"/>
            <a:ext cx="8540750" cy="2952750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/>
              <a:t>Kinematica: </a:t>
            </a:r>
          </a:p>
          <a:p>
            <a:pPr lvl="1" eaLnBrk="1" hangingPunct="1">
              <a:defRPr/>
            </a:pPr>
            <a:r>
              <a:rPr lang="nl-BE"/>
              <a:t>onderdeel van de mechanica;</a:t>
            </a:r>
          </a:p>
          <a:p>
            <a:pPr lvl="1" eaLnBrk="1" hangingPunct="1">
              <a:defRPr/>
            </a:pPr>
            <a:r>
              <a:rPr lang="nl-BE"/>
              <a:t>bestudeert bewegingen; </a:t>
            </a:r>
          </a:p>
          <a:p>
            <a:pPr lvl="1" eaLnBrk="1" hangingPunct="1">
              <a:defRPr/>
            </a:pPr>
            <a:r>
              <a:rPr lang="nl-BE"/>
              <a:t>NIET oorzaak van bewegingen.</a:t>
            </a:r>
          </a:p>
        </p:txBody>
      </p:sp>
      <p:pic>
        <p:nvPicPr>
          <p:cNvPr id="4100" name="Picture 5">
            <a:extLst>
              <a:ext uri="{FF2B5EF4-FFF2-40B4-BE49-F238E27FC236}">
                <a16:creationId xmlns:a16="http://schemas.microsoft.com/office/drawing/2014/main" id="{BC5A4B17-B16E-48B1-95F5-4522E02C8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2000"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3860800"/>
            <a:ext cx="3851275" cy="264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AEE3D12-5934-44DE-8F1E-2D8B54B58D5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Rust en beweging</a:t>
            </a:r>
            <a:endParaRPr lang="nl-NL" altLang="nl-BE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E9B3710-E3A0-4A65-B3D7-9731C0998E3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50825" y="1412875"/>
            <a:ext cx="8540750" cy="4752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/>
              <a:t>Beweging en rust zijn relatieve begrippen.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None/>
              <a:defRPr/>
            </a:pPr>
            <a:r>
              <a:rPr lang="nl-BE" altLang="nl-BE"/>
              <a:t>                 In beweging of in rust?</a:t>
            </a:r>
            <a:endParaRPr lang="nl-NL" altLang="nl-BE"/>
          </a:p>
        </p:txBody>
      </p:sp>
      <p:pic>
        <p:nvPicPr>
          <p:cNvPr id="5124" name="Picture 6" descr="DSCN0437">
            <a:extLst>
              <a:ext uri="{FF2B5EF4-FFF2-40B4-BE49-F238E27FC236}">
                <a16:creationId xmlns:a16="http://schemas.microsoft.com/office/drawing/2014/main" id="{B6CB221D-2F03-4695-908A-0AE65F6D4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636838"/>
            <a:ext cx="2665412" cy="199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7">
            <a:extLst>
              <a:ext uri="{FF2B5EF4-FFF2-40B4-BE49-F238E27FC236}">
                <a16:creationId xmlns:a16="http://schemas.microsoft.com/office/drawing/2014/main" id="{50F2A4BD-38F0-48F8-ADAC-97001CF45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636838"/>
            <a:ext cx="3168650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898C146-BB3B-4014-9E75-3C422FF27C0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Rust en beweging</a:t>
            </a:r>
            <a:endParaRPr lang="nl-NL" altLang="nl-BE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77C3498-1DF9-4F6C-B283-9958138E1EF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50825" y="1412875"/>
            <a:ext cx="8540750" cy="4752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/>
              <a:t>Beweging en rust zijn relatieve begrippen.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None/>
              <a:defRPr/>
            </a:pPr>
            <a:r>
              <a:rPr lang="nl-BE" altLang="nl-BE"/>
              <a:t>                 In beweging of in rust?</a:t>
            </a:r>
            <a:endParaRPr lang="nl-NL" altLang="nl-BE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FCBC1E34-78AC-486D-BBBB-4A1916656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708275"/>
            <a:ext cx="2952750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>
            <a:extLst>
              <a:ext uri="{FF2B5EF4-FFF2-40B4-BE49-F238E27FC236}">
                <a16:creationId xmlns:a16="http://schemas.microsoft.com/office/drawing/2014/main" id="{0408F03F-0ABA-4F0D-AA83-5D5F40FED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2133600"/>
            <a:ext cx="1960562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2220077-8BF5-414D-907C-4D94C7DC523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Rust en beweging</a:t>
            </a:r>
            <a:endParaRPr lang="nl-NL" altLang="nl-BE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0FF7E7C-CEC7-444E-ADF9-19432733163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603250" y="3400425"/>
            <a:ext cx="8540750" cy="34575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>
                <a:effectLst/>
              </a:rPr>
              <a:t>T.o.v. medereizigers en rijdende trein is deze persoon in rust;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>
                <a:effectLst/>
              </a:rPr>
              <a:t>t.o.v. voorwerpen langs het spoor is hij in beweging;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>
                <a:effectLst/>
              </a:rPr>
              <a:t>referentiepunt is zeer belangrijk.</a:t>
            </a:r>
            <a:endParaRPr lang="nl-NL" altLang="nl-BE">
              <a:effectLst/>
            </a:endParaRPr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4B098501-9926-4184-9D10-ACE8800B7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052513"/>
            <a:ext cx="3240087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Text Box 6">
            <a:extLst>
              <a:ext uri="{FF2B5EF4-FFF2-40B4-BE49-F238E27FC236}">
                <a16:creationId xmlns:a16="http://schemas.microsoft.com/office/drawing/2014/main" id="{6C2EDB75-8FE9-43C4-A8AE-66ECC6816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933825"/>
            <a:ext cx="424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nl-BE" altLang="nl-BE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7DE8705-5A27-490C-AA7E-F778694FA53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Rust en beweging</a:t>
            </a:r>
            <a:endParaRPr lang="nl-NL" altLang="nl-BE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E31BC28-4D0A-4F5F-B307-6B1B9EC1F498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603250" y="3573463"/>
            <a:ext cx="8540750" cy="2836862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>
                <a:effectLst/>
              </a:rPr>
              <a:t>Roltrap gaat omlaag, persoon stapt met zelfde snelheid omhoog;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>
                <a:effectLst/>
              </a:rPr>
              <a:t>t.o.v. van roltrap is persoon in beweging;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>
                <a:effectLst/>
              </a:rPr>
              <a:t>t.o.v. reclamebord, vast op de muur, is de persoon in rust.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8196" name="Text Box 5">
            <a:extLst>
              <a:ext uri="{FF2B5EF4-FFF2-40B4-BE49-F238E27FC236}">
                <a16:creationId xmlns:a16="http://schemas.microsoft.com/office/drawing/2014/main" id="{24E29BD2-9AB6-4778-A2AB-B61FE4FD3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933825"/>
            <a:ext cx="424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nl-BE" altLang="nl-BE" sz="1800"/>
          </a:p>
        </p:txBody>
      </p:sp>
      <p:pic>
        <p:nvPicPr>
          <p:cNvPr id="8197" name="Picture 6">
            <a:extLst>
              <a:ext uri="{FF2B5EF4-FFF2-40B4-BE49-F238E27FC236}">
                <a16:creationId xmlns:a16="http://schemas.microsoft.com/office/drawing/2014/main" id="{A6FEDB57-3FEC-416D-8EC1-0036D7EB0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981075"/>
            <a:ext cx="155575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id="{293C54BF-25F9-4A96-B6BF-A9A8ACA7CE0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3BA3BBBC-473C-4312-BF73-E7091347170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Rust en beweging</a:t>
            </a:r>
            <a:endParaRPr lang="nl-NL" altLang="nl-BE"/>
          </a:p>
        </p:txBody>
      </p:sp>
      <p:pic>
        <p:nvPicPr>
          <p:cNvPr id="9220" name="Picture 5">
            <a:extLst>
              <a:ext uri="{FF2B5EF4-FFF2-40B4-BE49-F238E27FC236}">
                <a16:creationId xmlns:a16="http://schemas.microsoft.com/office/drawing/2014/main" id="{F4F7CE5E-7D46-4E6C-B7C7-24D237934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37063"/>
            <a:ext cx="9144000" cy="141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6" descr="DSCN0437">
            <a:extLst>
              <a:ext uri="{FF2B5EF4-FFF2-40B4-BE49-F238E27FC236}">
                <a16:creationId xmlns:a16="http://schemas.microsoft.com/office/drawing/2014/main" id="{4ED6F27C-4259-4BDB-B01D-920726E37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844675"/>
            <a:ext cx="2665413" cy="19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7">
            <a:extLst>
              <a:ext uri="{FF2B5EF4-FFF2-40B4-BE49-F238E27FC236}">
                <a16:creationId xmlns:a16="http://schemas.microsoft.com/office/drawing/2014/main" id="{330283F8-C05D-454B-BE99-4AA59629C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844675"/>
            <a:ext cx="3168650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4C5E5A3-83B1-4884-9115-456FEACD667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1</a:t>
            </a:r>
            <a:endParaRPr lang="nl-NL" altLang="nl-BE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39F6C59-C6AA-4BA4-9335-8A4A51C7224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BD5D0A68-0579-49B7-9C2B-CCFC2AA28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6475"/>
            <a:ext cx="914400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33E9BE6-6CFE-4995-A904-8C7830184CE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1</a:t>
            </a:r>
            <a:endParaRPr lang="nl-NL" altLang="nl-BE" dirty="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18F0655-3C20-4A76-891D-42891131CDB4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6A2FE846-E5B5-4425-B9B5-548587232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9138"/>
            <a:ext cx="914400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>
            <a:extLst>
              <a:ext uri="{FF2B5EF4-FFF2-40B4-BE49-F238E27FC236}">
                <a16:creationId xmlns:a16="http://schemas.microsoft.com/office/drawing/2014/main" id="{648F2688-00FF-4A93-BAA3-A936129F1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21163"/>
            <a:ext cx="9144000" cy="152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0A1CD86-1FD2-4ED7-A1F4-99091549B02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2 </a:t>
            </a:r>
            <a:endParaRPr lang="nl-NL" altLang="nl-BE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B47CF88-5B70-40FE-B426-4889844E260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12292" name="Picture 5">
            <a:extLst>
              <a:ext uri="{FF2B5EF4-FFF2-40B4-BE49-F238E27FC236}">
                <a16:creationId xmlns:a16="http://schemas.microsoft.com/office/drawing/2014/main" id="{7A2FC1E7-CBD9-4CA4-A2C0-B636168BA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7"/>
          <a:stretch>
            <a:fillRect/>
          </a:stretch>
        </p:blipFill>
        <p:spPr bwMode="auto">
          <a:xfrm>
            <a:off x="0" y="2060575"/>
            <a:ext cx="9144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BF64AFB-0F15-4312-88A8-2C62F0E97E6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2 </a:t>
            </a:r>
            <a:endParaRPr lang="nl-NL" altLang="nl-BE" dirty="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95074F0-1818-4767-B37C-41DA0DF0A7F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CB86AE0C-1DFE-4977-9379-BC41C368A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7"/>
          <a:stretch>
            <a:fillRect/>
          </a:stretch>
        </p:blipFill>
        <p:spPr bwMode="auto">
          <a:xfrm>
            <a:off x="0" y="2060575"/>
            <a:ext cx="9144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>
            <a:extLst>
              <a:ext uri="{FF2B5EF4-FFF2-40B4-BE49-F238E27FC236}">
                <a16:creationId xmlns:a16="http://schemas.microsoft.com/office/drawing/2014/main" id="{EF3BD443-5559-4766-A5D8-DB01C192A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16338"/>
            <a:ext cx="9144000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C442EE4-BAE2-4D62-8E88-438BA3F9F97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Translatie - Rotatie</a:t>
            </a:r>
            <a:endParaRPr lang="nl-NL" altLang="nl-BE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6AC6E29-CD02-4156-A896-B39541B3735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/>
              <a:t>Samenstelling van translatie en rotatie: </a:t>
            </a:r>
            <a:endParaRPr lang="nl-NL" altLang="nl-BE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5B6C0DA8-886F-423F-A9B4-68F446F4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205038"/>
            <a:ext cx="5616575" cy="401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97E924D-CE70-4CE1-9194-2883EA10C34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Translatie</a:t>
            </a:r>
            <a:endParaRPr lang="nl-NL" altLang="nl-BE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2AB30C9-FC53-41B0-B3D7-CB6E77B95FC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u="sng"/>
              <a:t>Translatie:</a:t>
            </a:r>
            <a:r>
              <a:rPr lang="nl-BE" altLang="nl-BE"/>
              <a:t> alle punten van een lichaam bewegen op krommen die elkaar door een verschuiving kunnen bedekken.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NL" altLang="nl-BE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17CAF5DF-0CD8-420E-8974-4350B5E74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213100"/>
            <a:ext cx="3671888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7ECE66B-3F48-4E54-9B50-A69E7CBDD33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Translatie</a:t>
            </a:r>
            <a:endParaRPr lang="nl-NL" altLang="nl-BE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2FCBF75-89F6-42DF-B77D-DB0246AB6C6F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Voorbeeld: translatie van een handkar op een rechte spoorweg</a:t>
            </a:r>
            <a:endParaRPr lang="nl-NL" altLang="nl-BE" dirty="0"/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A706AA96-9757-43CE-8092-7E6F95253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852738"/>
            <a:ext cx="4464050" cy="354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EBDCE4D-3808-428E-84B1-401B5FB9B2A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Rotatie</a:t>
            </a:r>
            <a:endParaRPr lang="nl-NL" altLang="nl-BE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BB92CDB-126B-4DD4-9784-64823058857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u="sng"/>
              <a:t>Rotatie:</a:t>
            </a:r>
            <a:r>
              <a:rPr lang="nl-BE" altLang="nl-BE"/>
              <a:t> elk punt van een lichaam beschrijft een cirkel rond de rotatieas (door punt O).</a:t>
            </a:r>
            <a:endParaRPr lang="nl-NL" altLang="nl-BE"/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3294F064-9ECD-490B-A660-EA6A8CED3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852738"/>
            <a:ext cx="5976938" cy="317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D1C0A65-29A0-45AE-9D62-658CAF79E20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Rotatie</a:t>
            </a:r>
            <a:endParaRPr lang="nl-NL" altLang="nl-BE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6A9642A-F3A8-4396-8C83-9E6E1E76469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00200"/>
            <a:ext cx="8540750" cy="4852988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Voorbeelden: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None/>
              <a:defRPr/>
            </a:pPr>
            <a:r>
              <a:rPr lang="nl-BE" altLang="nl-BE" dirty="0"/>
              <a:t>   orkaan t.o.v. het oog     draaideur </a:t>
            </a:r>
            <a:endParaRPr lang="nl-NL" altLang="nl-BE" dirty="0"/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818454F0-FEF4-4E1D-8F7A-6472F26FE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492375"/>
            <a:ext cx="3455988" cy="317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>
            <a:extLst>
              <a:ext uri="{FF2B5EF4-FFF2-40B4-BE49-F238E27FC236}">
                <a16:creationId xmlns:a16="http://schemas.microsoft.com/office/drawing/2014/main" id="{09E78227-A380-4A70-AEB2-12D46AD48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2492375"/>
            <a:ext cx="3654425" cy="317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82E8897-49ED-427B-9358-211EE2A379F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Samengestelde beweging</a:t>
            </a:r>
            <a:endParaRPr lang="nl-NL" altLang="nl-BE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8C119B-6BB7-41ED-B9FD-9E62AA65428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052513"/>
            <a:ext cx="8540750" cy="58054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r>
              <a:rPr lang="nl-BE" altLang="nl-BE"/>
              <a:t>Samengestelde beweging: gelijktijdig roteren en transleren.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r>
              <a:rPr lang="nl-BE" altLang="nl-BE"/>
              <a:t>Voorbeelden: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nl-BE" altLang="nl-BE" sz="2400"/>
              <a:t>          Wielen van een 				</a:t>
            </a:r>
          </a:p>
          <a:p>
            <a:pPr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nl-BE" altLang="nl-BE" sz="2400"/>
              <a:t>          rijdende fiets				vallende kat</a:t>
            </a:r>
          </a:p>
          <a:p>
            <a:pPr eaLnBrk="1" hangingPunct="1">
              <a:lnSpc>
                <a:spcPct val="90000"/>
              </a:lnSpc>
              <a:buFont typeface="Arial" charset="0"/>
              <a:buNone/>
              <a:defRPr/>
            </a:pPr>
            <a:endParaRPr lang="nl-NL" altLang="nl-BE" sz="2400"/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DEE2EC0F-35B2-41BC-999C-66B29820C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708275"/>
            <a:ext cx="2298700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5">
            <a:extLst>
              <a:ext uri="{FF2B5EF4-FFF2-40B4-BE49-F238E27FC236}">
                <a16:creationId xmlns:a16="http://schemas.microsoft.com/office/drawing/2014/main" id="{9CA7A912-BFCC-4DF9-B619-76BBE79AF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628775"/>
            <a:ext cx="119380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C99231F-A649-4850-B26A-D27805FC209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Star lichaam</a:t>
            </a:r>
            <a:endParaRPr lang="nl-NL" altLang="nl-BE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3C98206-A9BB-4918-9711-9E99659738BF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0" y="1600200"/>
            <a:ext cx="9144000" cy="4498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/>
              <a:t>De kinematica beperkt zich tot starre lichamen.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u="sng"/>
              <a:t>Star lichaam:</a:t>
            </a:r>
            <a:r>
              <a:rPr lang="nl-BE" altLang="nl-BE"/>
              <a:t> </a:t>
            </a:r>
          </a:p>
          <a:p>
            <a:pPr lvl="1" eaLnBrk="1" hangingPunct="1">
              <a:defRPr/>
            </a:pPr>
            <a:r>
              <a:rPr lang="nl-BE" altLang="nl-BE"/>
              <a:t>vorm verandert niet;</a:t>
            </a:r>
          </a:p>
          <a:p>
            <a:pPr lvl="1" eaLnBrk="1" hangingPunct="1">
              <a:defRPr/>
            </a:pPr>
            <a:r>
              <a:rPr lang="nl-BE" altLang="nl-BE"/>
              <a:t>afstand tussen 2 willekeurige punten op  lichaam blijft steeds dezelfde;</a:t>
            </a:r>
          </a:p>
          <a:p>
            <a:pPr lvl="1" eaLnBrk="1" hangingPunct="1">
              <a:defRPr/>
            </a:pPr>
            <a:r>
              <a:rPr lang="nl-BE" altLang="nl-BE"/>
              <a:t>benadering </a:t>
            </a:r>
            <a:r>
              <a:rPr lang="nl-BE" altLang="nl-BE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nl-BE" altLang="nl-BE"/>
              <a:t>in werkelijkheid zijn alle lichamen in zekere mate vervormbaar.</a:t>
            </a:r>
            <a:endParaRPr lang="nl-NL" altLang="nl-B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13A2A34-EB82-4892-A668-38E7DDAB9DF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Puntmassa</a:t>
            </a:r>
            <a:endParaRPr lang="nl-NL" altLang="nl-BE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59EB925-5BD6-4E72-BA88-8CBFC921F98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u="sng"/>
              <a:t>Puntmassa:</a:t>
            </a:r>
            <a:r>
              <a:rPr lang="nl-BE" altLang="nl-BE"/>
              <a:t> </a:t>
            </a:r>
          </a:p>
          <a:p>
            <a:pPr lvl="1" eaLnBrk="1" hangingPunct="1">
              <a:defRPr/>
            </a:pPr>
            <a:r>
              <a:rPr lang="nl-BE" altLang="nl-BE"/>
              <a:t>benadering waarbij verondersteld wordt dat alle massa van een voorwerp in één punt geconcentreerd is.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NL" altLang="nl-B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3FAEF80-C0EE-4129-8FFA-77F35DE091A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Baan</a:t>
            </a:r>
            <a:endParaRPr lang="nl-NL" altLang="nl-BE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DA573A0-4C12-41A1-A4B6-104D22ECCA9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50825" y="1314450"/>
            <a:ext cx="8540750" cy="5543550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/>
              <a:t>Bewegend lichaam neemt in de loop van de tijd achtereenvolgens andere plaatsen in: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u="sng"/>
              <a:t>Baan:</a:t>
            </a:r>
            <a:r>
              <a:rPr lang="nl-BE" altLang="nl-BE"/>
              <a:t> verzameling van alle opeenvolgende plaatsen.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/>
              <a:t>Meestal is de baan kromlijnig.</a:t>
            </a:r>
            <a:endParaRPr lang="nl-NL" altLang="nl-BE"/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CE4F9179-BFA0-477F-871A-CE86E5E6B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65400"/>
            <a:ext cx="9144000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48CD1D2-F51A-4609-8176-751D88E497F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Baan</a:t>
            </a:r>
            <a:endParaRPr lang="nl-NL" altLang="nl-BE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87F024E-9FEA-431E-BC46-5A88E07999F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50825" y="765175"/>
            <a:ext cx="8540750" cy="4498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/>
              <a:t>Rechte baan </a:t>
            </a:r>
            <a:r>
              <a:rPr lang="nl-BE" altLang="nl-BE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nl-BE" altLang="nl-BE">
                <a:ea typeface="Arial Unicode MS" pitchFamily="34" charset="-128"/>
                <a:cs typeface="Arial Unicode MS" pitchFamily="34" charset="-128"/>
              </a:rPr>
              <a:t>rechtlijnige beweging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>
              <a:ea typeface="Arial Unicode MS" pitchFamily="34" charset="-128"/>
              <a:cs typeface="Arial Unicode MS" pitchFamily="34" charset="-128"/>
            </a:endParaRPr>
          </a:p>
          <a:p>
            <a:pPr eaLnBrk="1" hangingPunct="1">
              <a:buFont typeface="Arial" charset="0"/>
              <a:buChar char="►"/>
              <a:defRPr/>
            </a:pPr>
            <a:endParaRPr lang="nl-BE" altLang="nl-BE">
              <a:ea typeface="Arial Unicode MS" pitchFamily="34" charset="-128"/>
              <a:cs typeface="Arial Unicode MS" pitchFamily="34" charset="-128"/>
            </a:endParaRPr>
          </a:p>
          <a:p>
            <a:pPr eaLnBrk="1" hangingPunct="1">
              <a:buFont typeface="Arial" charset="0"/>
              <a:buChar char="►"/>
              <a:defRPr/>
            </a:pPr>
            <a:endParaRPr lang="nl-BE" altLang="nl-BE">
              <a:ea typeface="Arial Unicode MS" pitchFamily="34" charset="-128"/>
              <a:cs typeface="Arial Unicode MS" pitchFamily="34" charset="-128"/>
            </a:endParaRPr>
          </a:p>
          <a:p>
            <a:pPr eaLnBrk="1" hangingPunct="1">
              <a:buFont typeface="Arial" charset="0"/>
              <a:buChar char="►"/>
              <a:defRPr/>
            </a:pPr>
            <a:endParaRPr lang="nl-BE" altLang="nl-BE">
              <a:ea typeface="Arial Unicode MS" pitchFamily="34" charset="-128"/>
              <a:cs typeface="Arial Unicode MS" pitchFamily="34" charset="-128"/>
            </a:endParaRP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>
                <a:ea typeface="Arial Unicode MS" pitchFamily="34" charset="-128"/>
                <a:cs typeface="Arial Unicode MS" pitchFamily="34" charset="-128"/>
              </a:rPr>
              <a:t>Cirkelvormige baan </a:t>
            </a:r>
            <a:r>
              <a:rPr lang="nl-BE" altLang="nl-BE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nl-BE" altLang="nl-BE">
                <a:ea typeface="Arial Unicode MS" pitchFamily="34" charset="-128"/>
                <a:cs typeface="Arial Unicode MS" pitchFamily="34" charset="-128"/>
              </a:rPr>
              <a:t>cirkelvormige beweging 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  <a:p>
            <a:pPr eaLnBrk="1" hangingPunct="1">
              <a:buFont typeface="Arial" charset="0"/>
              <a:buNone/>
              <a:defRPr/>
            </a:pPr>
            <a:endParaRPr lang="nl-BE" altLang="nl-BE"/>
          </a:p>
          <a:p>
            <a:pPr eaLnBrk="1" hangingPunct="1">
              <a:buFont typeface="Arial" charset="0"/>
              <a:buChar char="►"/>
              <a:defRPr/>
            </a:pPr>
            <a:endParaRPr lang="nl-NL" altLang="nl-BE"/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55939BBF-9C6D-45E5-BBFC-BF060FFF1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412875"/>
            <a:ext cx="5545138" cy="211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>
            <a:extLst>
              <a:ext uri="{FF2B5EF4-FFF2-40B4-BE49-F238E27FC236}">
                <a16:creationId xmlns:a16="http://schemas.microsoft.com/office/drawing/2014/main" id="{5B228C02-B7A6-49D4-9ABF-928DB81C3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4292600"/>
            <a:ext cx="35290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>
            <a:extLst>
              <a:ext uri="{FF2B5EF4-FFF2-40B4-BE49-F238E27FC236}">
                <a16:creationId xmlns:a16="http://schemas.microsoft.com/office/drawing/2014/main" id="{8BC58C6C-D8D1-4CB9-AFC2-71B246B3FC7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AFAE5003-7EC5-47B3-8E38-E2F9E413297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3 </a:t>
            </a:r>
            <a:endParaRPr lang="nl-NL" altLang="nl-BE" dirty="0"/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795BA6DF-DDA0-4BE0-B52D-6F58CA1BC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2133600"/>
            <a:ext cx="9105900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6">
            <a:extLst>
              <a:ext uri="{FF2B5EF4-FFF2-40B4-BE49-F238E27FC236}">
                <a16:creationId xmlns:a16="http://schemas.microsoft.com/office/drawing/2014/main" id="{B22BF34C-3ABF-4127-B2BD-1755D3383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0"/>
            <a:ext cx="1403350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1131AF0-38D2-41E1-8461-0CF99EFB3D8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BD89AC53-DB66-4ED9-B84F-2C39973EAEA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3</a:t>
            </a:r>
            <a:endParaRPr lang="nl-NL" altLang="nl-BE" dirty="0"/>
          </a:p>
        </p:txBody>
      </p:sp>
      <p:pic>
        <p:nvPicPr>
          <p:cNvPr id="25604" name="Picture 4">
            <a:extLst>
              <a:ext uri="{FF2B5EF4-FFF2-40B4-BE49-F238E27FC236}">
                <a16:creationId xmlns:a16="http://schemas.microsoft.com/office/drawing/2014/main" id="{4939E778-43B0-4EA7-86C2-7247970E3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05"/>
          <a:stretch>
            <a:fillRect/>
          </a:stretch>
        </p:blipFill>
        <p:spPr bwMode="auto">
          <a:xfrm>
            <a:off x="38100" y="2133600"/>
            <a:ext cx="91059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6">
            <a:extLst>
              <a:ext uri="{FF2B5EF4-FFF2-40B4-BE49-F238E27FC236}">
                <a16:creationId xmlns:a16="http://schemas.microsoft.com/office/drawing/2014/main" id="{ACC59A53-2EAE-4B53-B238-8D072E6EA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92600"/>
            <a:ext cx="914400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FD32118-4BF2-4FBB-887D-9959C447DB3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8A1C89A-75AC-40F0-BDCF-E541AABE934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3</a:t>
            </a:r>
            <a:endParaRPr lang="nl-NL" altLang="nl-BE" dirty="0"/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31D10FB1-583A-4C8B-9978-6341FA5B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815"/>
          <a:stretch>
            <a:fillRect/>
          </a:stretch>
        </p:blipFill>
        <p:spPr bwMode="auto">
          <a:xfrm>
            <a:off x="0" y="1052513"/>
            <a:ext cx="914400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6">
            <a:extLst>
              <a:ext uri="{FF2B5EF4-FFF2-40B4-BE49-F238E27FC236}">
                <a16:creationId xmlns:a16="http://schemas.microsoft.com/office/drawing/2014/main" id="{04C4C8E3-F32C-4C21-90F8-638490AA8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11"/>
          <a:stretch>
            <a:fillRect/>
          </a:stretch>
        </p:blipFill>
        <p:spPr bwMode="auto">
          <a:xfrm>
            <a:off x="0" y="2060575"/>
            <a:ext cx="9144000" cy="148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7">
            <a:hlinkClick r:id="rId3"/>
            <a:extLst>
              <a:ext uri="{FF2B5EF4-FFF2-40B4-BE49-F238E27FC236}">
                <a16:creationId xmlns:a16="http://schemas.microsoft.com/office/drawing/2014/main" id="{4F9C5FB8-01DB-4CF0-9C66-B8BD234FA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44900"/>
            <a:ext cx="9144000" cy="275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Afbeelding 2">
            <a:extLst>
              <a:ext uri="{FF2B5EF4-FFF2-40B4-BE49-F238E27FC236}">
                <a16:creationId xmlns:a16="http://schemas.microsoft.com/office/drawing/2014/main" id="{9BFE3652-A3B4-0D6F-CF82-E34240BCA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524" y="4693309"/>
            <a:ext cx="247650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D2BCB4C-3688-4CC6-9175-3B81EDA7C85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3458602-D34A-42A0-8B32-DA8689C6E6A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4</a:t>
            </a:r>
            <a:endParaRPr lang="nl-NL" altLang="nl-BE" dirty="0"/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CC8A7ED4-DD21-43A8-B785-3C064E2C1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412875"/>
            <a:ext cx="69151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6">
            <a:extLst>
              <a:ext uri="{FF2B5EF4-FFF2-40B4-BE49-F238E27FC236}">
                <a16:creationId xmlns:a16="http://schemas.microsoft.com/office/drawing/2014/main" id="{F888B4D6-BA09-4F99-905E-33F64AD6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076700"/>
            <a:ext cx="24479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2166286-EA2F-4746-A82C-5127A5681038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4653136"/>
            <a:ext cx="8540750" cy="1446039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/>
              <a:t>Benadering → cirkelvormige baan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3B6E6C0-D384-460E-9904-D09D5A0822B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4</a:t>
            </a:r>
            <a:endParaRPr lang="nl-NL" altLang="nl-BE" dirty="0"/>
          </a:p>
        </p:txBody>
      </p:sp>
      <p:pic>
        <p:nvPicPr>
          <p:cNvPr id="28677" name="Picture 7">
            <a:extLst>
              <a:ext uri="{FF2B5EF4-FFF2-40B4-BE49-F238E27FC236}">
                <a16:creationId xmlns:a16="http://schemas.microsoft.com/office/drawing/2014/main" id="{B2DA8B38-49E9-4392-B6A5-4452A1F74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557338"/>
            <a:ext cx="69151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AC0AF12-A83B-4008-BF16-EA0D94749A4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5949950"/>
            <a:ext cx="8540750" cy="654050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sz="2400" dirty="0">
                <a:hlinkClick r:id="rId2"/>
              </a:rPr>
              <a:t>https://phet.colorado.edu/sims/html/my-solar-system/latest/my-solar-system_all.html</a:t>
            </a:r>
            <a:endParaRPr lang="nl-BE" altLang="nl-BE" sz="2400" dirty="0"/>
          </a:p>
          <a:p>
            <a:pPr eaLnBrk="1" hangingPunct="1">
              <a:buFont typeface="Arial" charset="0"/>
              <a:buChar char="►"/>
              <a:defRPr/>
            </a:pPr>
            <a:endParaRPr lang="nl-BE" altLang="nl-BE" dirty="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169E638-294B-43F0-AA88-DCFEE664F0E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4 </a:t>
            </a:r>
            <a:endParaRPr lang="nl-NL" altLang="nl-BE" dirty="0"/>
          </a:p>
        </p:txBody>
      </p:sp>
      <p:pic>
        <p:nvPicPr>
          <p:cNvPr id="29700" name="Picture 4">
            <a:extLst>
              <a:ext uri="{FF2B5EF4-FFF2-40B4-BE49-F238E27FC236}">
                <a16:creationId xmlns:a16="http://schemas.microsoft.com/office/drawing/2014/main" id="{B029FAC9-D3A0-4115-99D3-11BBF7CBC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38" r="12987"/>
          <a:stretch>
            <a:fillRect/>
          </a:stretch>
        </p:blipFill>
        <p:spPr bwMode="auto">
          <a:xfrm>
            <a:off x="720725" y="2900363"/>
            <a:ext cx="7559675" cy="291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>
            <a:extLst>
              <a:ext uri="{FF2B5EF4-FFF2-40B4-BE49-F238E27FC236}">
                <a16:creationId xmlns:a16="http://schemas.microsoft.com/office/drawing/2014/main" id="{54F4DC68-5BDC-4C0A-9112-9205BEAFC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981075"/>
            <a:ext cx="4610100" cy="167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FD0834F-5EC6-42AF-AB08-312F0E2520D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E16B608-31BD-4531-B437-696B8B51B2F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188913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5</a:t>
            </a:r>
            <a:endParaRPr lang="nl-NL" altLang="nl-BE" dirty="0"/>
          </a:p>
        </p:txBody>
      </p:sp>
      <p:pic>
        <p:nvPicPr>
          <p:cNvPr id="30724" name="Picture 6">
            <a:extLst>
              <a:ext uri="{FF2B5EF4-FFF2-40B4-BE49-F238E27FC236}">
                <a16:creationId xmlns:a16="http://schemas.microsoft.com/office/drawing/2014/main" id="{DB089E2E-2BEE-4B09-A805-FB4B0A8AB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" y="3265487"/>
            <a:ext cx="91440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Afbeelding 1" descr="Productafbeelding A+K TransLux 211 (2100 lm)">
            <a:extLst>
              <a:ext uri="{FF2B5EF4-FFF2-40B4-BE49-F238E27FC236}">
                <a16:creationId xmlns:a16="http://schemas.microsoft.com/office/drawing/2014/main" id="{984B0583-6E90-4BB5-F469-DA11E98EE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631" y="260807"/>
            <a:ext cx="1423662" cy="278542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4363C86-F423-467D-8E60-46B2F18416E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E62799B-AE28-4F7E-AE30-7A3E12D312A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188913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5</a:t>
            </a:r>
            <a:endParaRPr lang="nl-NL" altLang="nl-BE" dirty="0"/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AF1C5DA2-3CD7-49FC-B3D2-7FAEF65CC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6475"/>
            <a:ext cx="91440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>
            <a:extLst>
              <a:ext uri="{FF2B5EF4-FFF2-40B4-BE49-F238E27FC236}">
                <a16:creationId xmlns:a16="http://schemas.microsoft.com/office/drawing/2014/main" id="{B501018A-4C2F-4AD0-8DFC-E42A45C72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73463"/>
            <a:ext cx="914400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6DAF39B-6111-48D1-973F-BEFDF1A7398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9573725-B42A-4D6B-9745-3815944C049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188913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6</a:t>
            </a:r>
            <a:endParaRPr lang="nl-NL" altLang="nl-BE" dirty="0"/>
          </a:p>
        </p:txBody>
      </p:sp>
      <p:pic>
        <p:nvPicPr>
          <p:cNvPr id="32772" name="Picture 5">
            <a:extLst>
              <a:ext uri="{FF2B5EF4-FFF2-40B4-BE49-F238E27FC236}">
                <a16:creationId xmlns:a16="http://schemas.microsoft.com/office/drawing/2014/main" id="{8B70F2BB-F8F2-4407-9672-27385D0CC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9144000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1AB58185-5BB5-DBC6-C4B4-D9F0F0B15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080" y="2996952"/>
            <a:ext cx="2575839" cy="35773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A69EFE2-1F5C-47B1-AFC7-CD53BCB25E2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330779C-636B-4B29-AF48-DDD7A88A262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188913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6</a:t>
            </a:r>
            <a:endParaRPr lang="nl-NL" altLang="nl-BE" dirty="0"/>
          </a:p>
        </p:txBody>
      </p:sp>
      <p:pic>
        <p:nvPicPr>
          <p:cNvPr id="33796" name="Picture 5">
            <a:extLst>
              <a:ext uri="{FF2B5EF4-FFF2-40B4-BE49-F238E27FC236}">
                <a16:creationId xmlns:a16="http://schemas.microsoft.com/office/drawing/2014/main" id="{497D94C8-5909-4075-96A2-124D866A7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7563"/>
            <a:ext cx="91440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6">
            <a:extLst>
              <a:ext uri="{FF2B5EF4-FFF2-40B4-BE49-F238E27FC236}">
                <a16:creationId xmlns:a16="http://schemas.microsoft.com/office/drawing/2014/main" id="{C94F4961-063E-482C-A825-F61476C7C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9144000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3E81B91-483B-494F-8496-42CEFE5DF6F4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5494107-F6DD-4728-AA21-E4A02CC623D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188913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7</a:t>
            </a:r>
            <a:endParaRPr lang="nl-NL" altLang="nl-BE" dirty="0"/>
          </a:p>
        </p:txBody>
      </p:sp>
      <p:pic>
        <p:nvPicPr>
          <p:cNvPr id="34820" name="Picture 6">
            <a:extLst>
              <a:ext uri="{FF2B5EF4-FFF2-40B4-BE49-F238E27FC236}">
                <a16:creationId xmlns:a16="http://schemas.microsoft.com/office/drawing/2014/main" id="{02B52C0A-91BA-4381-A145-942F450E4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6475"/>
            <a:ext cx="9144000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32666CA-7B5A-4903-B86B-07C33F5EC0A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E1CEA6A-D7EC-4ACF-A7F1-BBC7F763D17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188913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 7</a:t>
            </a:r>
            <a:endParaRPr lang="nl-NL" altLang="nl-BE" dirty="0"/>
          </a:p>
        </p:txBody>
      </p:sp>
      <p:pic>
        <p:nvPicPr>
          <p:cNvPr id="35844" name="Picture 4">
            <a:extLst>
              <a:ext uri="{FF2B5EF4-FFF2-40B4-BE49-F238E27FC236}">
                <a16:creationId xmlns:a16="http://schemas.microsoft.com/office/drawing/2014/main" id="{9F16EF1C-E479-4F65-9827-0972B7794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6475"/>
            <a:ext cx="9144000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>
            <a:extLst>
              <a:ext uri="{FF2B5EF4-FFF2-40B4-BE49-F238E27FC236}">
                <a16:creationId xmlns:a16="http://schemas.microsoft.com/office/drawing/2014/main" id="{3E38870B-DFEC-44FB-874A-B4F5A2E64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49725"/>
            <a:ext cx="9144000" cy="129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0C2C4C-284B-826E-0EF2-9A75B338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04" y="-282638"/>
            <a:ext cx="8540750" cy="1143000"/>
          </a:xfrm>
        </p:spPr>
        <p:txBody>
          <a:bodyPr/>
          <a:lstStyle/>
          <a:p>
            <a:r>
              <a:rPr lang="nl-BE" sz="2800" dirty="0" err="1"/>
              <a:t>Toetsdoelen</a:t>
            </a:r>
            <a:r>
              <a:rPr lang="nl-BE" sz="2800" dirty="0"/>
              <a:t> – Indeling van bewegingen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1208D5-FE33-2981-2514-B80FF8AB2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78" y="692696"/>
            <a:ext cx="8540750" cy="4498975"/>
          </a:xfrm>
        </p:spPr>
        <p:txBody>
          <a:bodyPr/>
          <a:lstStyle/>
          <a:p>
            <a:r>
              <a:rPr lang="nl-NL" sz="2000" dirty="0">
                <a:effectLst/>
              </a:rPr>
              <a:t>Deze doelen geven aan wat je moet kennen en kunnen voor de toets.</a:t>
            </a:r>
            <a:br>
              <a:rPr lang="nl-NL" sz="2000" dirty="0"/>
            </a:br>
            <a:r>
              <a:rPr lang="nl-NL" sz="2000" dirty="0"/>
              <a:t>Voor en n</a:t>
            </a:r>
            <a:r>
              <a:rPr lang="nl-NL" sz="2000" dirty="0">
                <a:effectLst/>
              </a:rPr>
              <a:t>a de toets duid je aan wat je beheerst. Zo weet je waar je nog op moet oefenen.</a:t>
            </a:r>
            <a:endParaRPr lang="nl-BE" sz="2000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C3ECBE48-F328-8DD5-3D5F-5C286FF6D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561722"/>
              </p:ext>
            </p:extLst>
          </p:nvPr>
        </p:nvGraphicFramePr>
        <p:xfrm>
          <a:off x="777425" y="2060848"/>
          <a:ext cx="7704856" cy="4454649"/>
        </p:xfrm>
        <a:graphic>
          <a:graphicData uri="http://schemas.openxmlformats.org/drawingml/2006/table">
            <a:tbl>
              <a:tblPr/>
              <a:tblGrid>
                <a:gridCol w="5222001">
                  <a:extLst>
                    <a:ext uri="{9D8B030D-6E8A-4147-A177-3AD203B41FA5}">
                      <a16:colId xmlns:a16="http://schemas.microsoft.com/office/drawing/2014/main" val="2866104220"/>
                    </a:ext>
                  </a:extLst>
                </a:gridCol>
                <a:gridCol w="1118698">
                  <a:extLst>
                    <a:ext uri="{9D8B030D-6E8A-4147-A177-3AD203B41FA5}">
                      <a16:colId xmlns:a16="http://schemas.microsoft.com/office/drawing/2014/main" val="4149394604"/>
                    </a:ext>
                  </a:extLst>
                </a:gridCol>
                <a:gridCol w="1364157">
                  <a:extLst>
                    <a:ext uri="{9D8B030D-6E8A-4147-A177-3AD203B41FA5}">
                      <a16:colId xmlns:a16="http://schemas.microsoft.com/office/drawing/2014/main" val="808344595"/>
                    </a:ext>
                  </a:extLst>
                </a:gridCol>
              </a:tblGrid>
              <a:tr h="464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Lesdoel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Voor de toets ✅/❌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 de toets ✅/❌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544581"/>
                  </a:ext>
                </a:extLst>
              </a:tr>
              <a:tr h="622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Ik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begrijp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het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verschil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tussen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rust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beweging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als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relatieve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begrippen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</a:t>
                      </a:r>
                      <a:endParaRPr lang="nl-BE" sz="1400" baseline="0" dirty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843968"/>
                  </a:ext>
                </a:extLst>
              </a:tr>
              <a:tr h="8115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Ik herken en beschrijf translatie, rotatie en samengestelde bewegingen.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403435"/>
                  </a:ext>
                </a:extLst>
              </a:tr>
              <a:tr h="43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Ik pas het concept van referentiepunt correct toe.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200725"/>
                  </a:ext>
                </a:extLst>
              </a:tr>
              <a:tr h="622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Ik weet wat een star lichaam en puntmassa zijn.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209914"/>
                  </a:ext>
                </a:extLst>
              </a:tr>
              <a:tr h="622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Ik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herken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verschillende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baansoorten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rechtlijnig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cirkelvormig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kromlijnig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</a:t>
                      </a:r>
                      <a:endParaRPr lang="nl-BE" sz="1400" baseline="0" dirty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916114"/>
                  </a:ext>
                </a:extLst>
              </a:tr>
              <a:tr h="61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Ik pas de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indeling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van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bewegingen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toe in concrete </a:t>
                      </a:r>
                      <a:r>
                        <a:rPr lang="en-US" sz="1400" baseline="0" dirty="0" err="1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situaties</a:t>
                      </a: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</a:t>
                      </a:r>
                      <a:endParaRPr lang="nl-BE" sz="1400" baseline="0" dirty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aseline="0" dirty="0">
                          <a:effectLst/>
                          <a:latin typeface="Aptos Black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nl-BE" sz="1400" baseline="0" dirty="0">
                        <a:effectLst/>
                        <a:latin typeface="Aptos Black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54039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A1B0258-421F-707B-473C-71550EA08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440" y="213042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BE" altLang="nl-B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nl-BE" altLang="nl-B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614889"/>
      </p:ext>
    </p:extLst>
  </p:cSld>
  <p:clrMapOvr>
    <a:masterClrMapping/>
  </p:clrMapOvr>
</p:sld>
</file>

<file path=ppt/theme/theme1.xml><?xml version="1.0" encoding="utf-8"?>
<a:theme xmlns:a="http://schemas.openxmlformats.org/drawingml/2006/main" name="Kompas">
  <a:themeElements>
    <a:clrScheme name="Kompas 2">
      <a:dk1>
        <a:srgbClr val="5B5D6B"/>
      </a:dk1>
      <a:lt1>
        <a:srgbClr val="FFFFFF"/>
      </a:lt1>
      <a:dk2>
        <a:srgbClr val="5A5C6C"/>
      </a:dk2>
      <a:lt2>
        <a:srgbClr val="FFFFCC"/>
      </a:lt2>
      <a:accent1>
        <a:srgbClr val="9966FF"/>
      </a:accent1>
      <a:accent2>
        <a:srgbClr val="9383B3"/>
      </a:accent2>
      <a:accent3>
        <a:srgbClr val="B5B5BA"/>
      </a:accent3>
      <a:accent4>
        <a:srgbClr val="DADADA"/>
      </a:accent4>
      <a:accent5>
        <a:srgbClr val="CAB8FF"/>
      </a:accent5>
      <a:accent6>
        <a:srgbClr val="8576A2"/>
      </a:accent6>
      <a:hlink>
        <a:srgbClr val="A3C145"/>
      </a:hlink>
      <a:folHlink>
        <a:srgbClr val="6FA9B7"/>
      </a:folHlink>
    </a:clrScheme>
    <a:fontScheme name="Kompas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Kompas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mpas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Compass</Template>
  <TotalTime>685</TotalTime>
  <Words>786</Words>
  <Application>Microsoft Office PowerPoint</Application>
  <PresentationFormat>Diavoorstelling (4:3)</PresentationFormat>
  <Paragraphs>165</Paragraphs>
  <Slides>37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37</vt:i4>
      </vt:variant>
    </vt:vector>
  </HeadingPairs>
  <TitlesOfParts>
    <vt:vector size="44" baseType="lpstr">
      <vt:lpstr>Aptos</vt:lpstr>
      <vt:lpstr>Aptos Black</vt:lpstr>
      <vt:lpstr>Arial</vt:lpstr>
      <vt:lpstr>Arial Unicode MS</vt:lpstr>
      <vt:lpstr>Tahoma</vt:lpstr>
      <vt:lpstr>Wingdings</vt:lpstr>
      <vt:lpstr>Kompas</vt:lpstr>
      <vt:lpstr>KINEMATICA</vt:lpstr>
      <vt:lpstr> Leerplandoelstellingen uit het leerplan III-BCSW-d</vt:lpstr>
      <vt:lpstr>Lesdoelen</vt:lpstr>
      <vt:lpstr>Inhoud van het hoofdstuk: Indeling van bewegingen </vt:lpstr>
      <vt:lpstr>Definitie kinematica</vt:lpstr>
      <vt:lpstr>Rust en beweging</vt:lpstr>
      <vt:lpstr>Rust en beweging</vt:lpstr>
      <vt:lpstr>Rust en beweging</vt:lpstr>
      <vt:lpstr>Rust en beweging</vt:lpstr>
      <vt:lpstr>Rust en beweging</vt:lpstr>
      <vt:lpstr>Opdracht 1</vt:lpstr>
      <vt:lpstr>Opdracht 1</vt:lpstr>
      <vt:lpstr>Opdracht 2 </vt:lpstr>
      <vt:lpstr>Opdracht 2 </vt:lpstr>
      <vt:lpstr>Translatie - Rotatie</vt:lpstr>
      <vt:lpstr>Translatie</vt:lpstr>
      <vt:lpstr>Translatie</vt:lpstr>
      <vt:lpstr>Rotatie</vt:lpstr>
      <vt:lpstr>Rotatie</vt:lpstr>
      <vt:lpstr>Samengestelde beweging</vt:lpstr>
      <vt:lpstr>Star lichaam</vt:lpstr>
      <vt:lpstr>Puntmassa</vt:lpstr>
      <vt:lpstr>Baan</vt:lpstr>
      <vt:lpstr>Baan</vt:lpstr>
      <vt:lpstr>Opdracht 3 </vt:lpstr>
      <vt:lpstr>Opdracht 3</vt:lpstr>
      <vt:lpstr>Opdracht 3</vt:lpstr>
      <vt:lpstr>Opdracht 4</vt:lpstr>
      <vt:lpstr>Opdracht 4</vt:lpstr>
      <vt:lpstr>Opdracht 4 </vt:lpstr>
      <vt:lpstr>Opdracht 5</vt:lpstr>
      <vt:lpstr>Opdracht 5</vt:lpstr>
      <vt:lpstr>Opdracht 6</vt:lpstr>
      <vt:lpstr>Opdracht 6</vt:lpstr>
      <vt:lpstr>Opdracht 7</vt:lpstr>
      <vt:lpstr>Opdracht 7</vt:lpstr>
      <vt:lpstr>Toetsdoelen – Indeling van bewegingen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KINEMATICA</dc:title>
  <dc:creator>koen</dc:creator>
  <cp:lastModifiedBy>Koen DE BELIE</cp:lastModifiedBy>
  <cp:revision>20</cp:revision>
  <dcterms:created xsi:type="dcterms:W3CDTF">2009-08-27T15:01:15Z</dcterms:created>
  <dcterms:modified xsi:type="dcterms:W3CDTF">2026-09-15T10:47:56Z</dcterms:modified>
</cp:coreProperties>
</file>