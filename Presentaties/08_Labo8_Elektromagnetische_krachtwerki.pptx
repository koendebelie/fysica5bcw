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Applets: PhET 'Generator/Faraday's Law', Walter Fendt 'Elektromotor (gelijkstroom)'. Laat de bron in het verslag vermelden (geen copy-paste: beoordeel op eigen woorden).</a:t>
            </a:r>
          </a:p>
          <a:p>
            <a:r>
              <a:t>• Verwachte resultaten: toerental stijgt met U; polariteit omkeren → draairichting keert om. Luidspreker: bij 50 Hz voel/zie je de conus bewegen; boven ~15-17 kHz horen de meeste leerlingen niets meer, de conus trilt wel. Lintgeleiders: gelijke zin → naar elkaar toe; tegengestelde zin → uit elkaar (duidelijk bij 1 A en kort inschakelen).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SMART-zelf 8…: Bv. 'Trekken twee evenwijdige lintgeleiders (afstand ca. 1 cm) elkaar aan of stoten ze af bij een stroom van 1 A in dezelfde zin, waargenomen tijdens dit labo?' Verwacht: verantwoording per letter in de tabel; eerste keer zelf formuleren – wees mild op de vorm, streng op S en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Welke onderdelen heeft een gelijkstroommotor gemeen met een …: Beide: permanente magneet + spoel waardoor stroom loopt → Lorentzkracht. Motor: koppel → rotatie, collector keert de stroom elke halve omwenteling om zodat de rotatie doorgaat. Luidspreker: wisselstroom in spreekspoel → heen-en-weer (translatie) van spoel en conus; geen collector nodig omdat de stroom zelf van zin wisselt.</a:t>
            </a:r>
          </a:p>
          <a:p>
            <a:r>
              <a:t>Modelantwoord – Hoe zou je van de motor een generator maken? (Voorbereiding …: De as mechanisch aandrijven (draaien) zonder bron: de spoel beweegt in het magnetisch veld → fluxverandering → inductiespanning aan de klemmen (meet met V-meter of led). Omkeerbaar principe (fietsdynamo, recuperatief remmen).</a:t>
            </a:r>
          </a:p>
          <a:p>
            <a:r>
              <a:t>Modelantwoord – De ampère werd lang gedefinieerd via de kracht tussen twee e…: Oude definitie (1948-2019): de constante stroom die in twee evenwijdige, oneindig lange geleiders op 1 m afstand in vacuüm een kracht van 2·10⁻⁷ N per meter veroorzaakt. Sinds 2019 via de vaste waarde van e. Proef 3/4 toont precies die kracht tussen stroomvoerende geleiders (aantrekking bij gelijke zin, afstoting bij tegengestelde zin).</a:t>
            </a:r>
          </a:p>
          <a:p>
            <a:r>
              <a:t>Modelantwoord – Waarom gebruiken elektrische fietsen en auto's steeds vaker …: Permanente-magneetmotoren zijn compacter, lichter en hebben een hoger rendement (geen bekrachtigingsstroom nodig). Nadeel: neodymium en dysprosium zijn zeldzame aardmetalen met geconcentreerde winning (China), milieubelastende ontginning en moeilijke recyclage; prijsvolatiliteit.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8 – Elektromagnetische krachtwerking in toepassingen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1 lesuur • Type practicum: begripspracticum met opzoekwerk (per 2)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begeleid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gen_homopol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57552"/>
            <a:ext cx="3931920" cy="2142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 principiële werking van gelijkstroommotor en luidspreker uitleggen in eigen woorden, met schema, vanuit de Lorentzkracht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Experimenteel vaststellen dat twee evenwijdige stroomvoerende geleiders elkaar aantrekken (gelijke zin) of afstoten (tegengestelde zin) en dit verklaren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Betrouwbare informatie opzoeken (applet, bron vermelden) en koppelen aan eigen waarnemingen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6A1B9A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6 F (extra): principiële werking van gelijkstroommotor; toepassing luidspreker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5 F: magnetisch veld rond rechte geleider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4 S, 5 S: technische systemen analyseren, link met maatschappij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6A1B9A"/>
                </a:solidFill>
              </a:rPr>
              <a:t>VOORKENNIS – check vóór je begint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Lorentzkracht: F = B·I·l, richting via linkerhandregel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Veld rond rechte geleider (labo 6, deel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Lorentzkracht uit labo 7 is de 'spier' achter elke elektromotor en elke luidspreker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In dit korte practicum verbind je theorie (opzoekwerk met applet) met praktijk (toestellen zelf laten werken) en onderzoek je ook kracht tussen twee stroomvoerende geleiders – basis van definitie van ampère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Onderzoeksvraag (leerlijn SMART – stap 3: jij formuleert)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Je krijgt geen onderzoeksvraag meer: formuleer ze zelf voor proef met twee stroomvoerende lintgeleiders (deel 3-4); deel 1-2 (motor en luidspreker) zijn analyseopdrachten zonder meting en verantwoord per letter waarom ze SMART 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Gebruik vorm 'Hoe hangt … af van … bij …?'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Laat ze goedkeuren door leerkracht vóór je begint te meten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Onderzoeksvraag (leerlijn SMART – stap 3: jij formuleert) – invullen op werkblad; kolommen: Mijn onderzoeksvraag | S | M | A | R | 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6A1B9A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Technische systemen analyseren vanuit fysisch principe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Waarnemen en verklaren met veldlijnen en Lorentzkracht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VEILIGHEID // NAUWKEURIGHEID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6A1B9A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Demonstratie-gelijkstroommotor (open model), luidspreker (open model), frequentiegenerator, blauwe spanningsbron, 2 lintgeleiders in statief, A-meter, snoeren, laptop/tablet (applets: bv. PhET 'Faraday's Electromagnetic Lab', Walter Fendt 'Gelijkstroommotor')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6A1B9A"/>
                </a:solidFill>
              </a:rPr>
              <a:t>VEILIGHEID // NAUWKEURIGHEID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Opstellingen laten controleren vóór inschakelen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Lintgeleiders: max. 1 A en kort inschakelen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Luidspreker: volume beperkt houden (gehoor!)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Motor: niet in draaiende delen grijpen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Gelijkstroommotor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A) Zoek op (applet) hoe gelijkstroommotor werkt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Noteer in eigen woorden en met schema: rol van spoel, magnetisch veld, collector (commutator) en borstels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Waarom draait motor door en blijft hij niet in evenwicht hangen?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B) Sluit motor aan op blauwe bron (controle lkr.)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Verhoog spanning: wat gebeurt er met toerental?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Keer polariteit om: wat gebeurt er?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Verklaar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6A1B9A"/>
                </a:solidFill>
              </a:rPr>
              <a:t>2. Luidspreker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A) Zoek op hoe luidspreker werkt (spreekspoel, permanente magneet, conus)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Noteer in eigen woorden met schema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B) Sluit luidspreker aan op frequentiegenerator (controle lkr.)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Stel 50 Hz, 200 Hz, 1 kHz, 5 kHz in: wat zie en hoor je?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Raak conus zacht aan bij 50 Hz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Vanaf welke frequentie hoor je niets meer, terwijl conus toch trilt?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6A1B9A"/>
                </a:solidFill>
              </a:rPr>
              <a:t>3. Twee evenwijdige geleiders – gelijke stroomzin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A) Hang twee lintgeleiders dicht naast elkaar (geen contact)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Schakel ze zo dat stroom in dezelfde zin loopt (max. 1 A, controle lkr.)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Noteer eerst je hypothese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B) Waarneming en verklaring: teken veld van geleider 1 ter hoogte van geleider 2 en de Lorentzkracht op geleider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6A1B9A"/>
                </a:solidFill>
              </a:rPr>
              <a:t>4. Twee evenwijdige geleiders – tegengestelde stroomzin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A) Zelfde opstelling, stroom in tegengestelde zin (max. 1 A, controle lkr.)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Noteer eerst je hypothese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B) Waarneming en verklaring met schets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6A1B9A"/>
                </a:solidFill>
              </a:rPr>
              <a:t>5. Bouw zelf een motor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Homopolaire motor: batterij, schijfmagneet en gebogen koperdraad</a:t>
            </a:r>
          </a:p>
        </p:txBody>
      </p:sp>
      <p:pic>
        <p:nvPicPr>
          <p:cNvPr id="6" name="Picture 5" descr="gen_homopol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357552"/>
            <a:ext cx="3931920" cy="2142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Homopolaire motor: batterij, schijfmagneet en een gebogen koperdraad.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STEM-ONTWERPOPDRACHT (LPD 4 S) – homopolaire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Materiaal: AA-batterij, neodymiumschijfmagneet, blank koperdraad (ca. 20 cm), tang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Doel: draadvorm die uit zichzelf rond batterij draait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Ontwerp: schets eerst min. twee draadvormen en voorspel met de Lorentzkracht welke zal draaien en in welke zin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Bouw, test, verbeter (balans, contact, wrijving)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Max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1 min continu (batterij en magneet worden warm!)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Verklaar in je verslag met schets van I, B en F_L waarom draad draait en wat er gebeurt als je magneet omkeert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Welke onderdelen heeft gelijkstroommotor gemeen met luidspreker?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Wat is essentiële verschil (rotatie vs. translatie)?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2. Hoe zou je van motor generator maken?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(Voorbereiding op labo 9.)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3. Ampère werd lang gedefinieerd via kracht tussen twee evenwijdige geleiders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Zoek oude definitie op en leg uit waarom dit aansluit bij proef 3/4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4. Waarom gebruiken elektrische fietsen en auto's steeds vaker motoren met permanente neodymiummagneten?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Welk nadeel (grondstoffen, recyclage) heeft dat?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8  •  Toegepaste fysica 5BCW  •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(60 %) – wat: eigen uitleg met schema's van motor en luidspreker (bronvermelding!), waarnemingen en verklaringen van proeven 3-4 met schetsen, reflectie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wat dien je in: ingevulde werkbladen (incl. schetsen motor/luidspreker en foto van homopolaire motor) als PDF in uploadzone – GEEN Excel-verslag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(40 %) – wat: opzoekwerk kritisch gebruikt (geen copy-paste), opstellingen laten controleren, 1 A gerespecteerd, actief deelgenomen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PEER-EVALUATIE: niet voorzien bij dit labo (tenzij leerkracht dit aankondigt)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