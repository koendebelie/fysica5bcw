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LEERKRACHTENINFO:</a:t>
            </a:r>
          </a:p>
          <a:p>
            <a:r>
              <a:t>• Planning: les 1 onderzoeksvraag + plan (goedkeuring, materiaalaanvraag), les 2-3 uitvoering, les 4 verwerking + poster, presentaties eventueel in een volgende les. Houd per groep een logboek bij (datum, wie deed wat) – telt mee voor de procesevaluatie.</a:t>
            </a:r>
          </a:p>
          <a:p>
            <a:r>
              <a:t>• Beoordeling onderzoekscompetentie: gebruik rubric B aangevuld met 'onderzoeksvraag en plan' en 'communicatie'; gebruik rubric C + peerevaluatie voor het proces. Dit labo kan dienen als bewijsstuk voor de onderzoekscompetentie (LPD 6 S #).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SMART-zelf 11…: Beoordeel met de SMART-tabel; typische zwaktes: te breed ('hoe werkt'), niet meetbaar ('beter'), niet realistisch met het labomateriaal of in 2 lesuren. Pas goedkeuren als alle vijf letters verantwoord zijn.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Beantwoord je onderzoeksvraag. Werd je hypothese bevestigd? …: Beoordeel: antwoord expliciet gekoppeld aan data; spreiding/herhalingen besproken; geen overgeneralisatie.</a:t>
            </a:r>
          </a:p>
          <a:p>
            <a:r>
              <a:t>Modelantwoord – Welke keuzes in je methode zou je nu anders maken? Welke ver…: Beoordeel: concrete, haalbare verbeteringen (meer herhalingen, betere controle van constante variabelen, nauwkeuriger toestel) en een zinvolle vervolgvraag.</a:t>
            </a:r>
          </a:p>
          <a:p>
            <a:r>
              <a:t>Modelantwoord – Wat heb je geleerd over onderzoek doen (plannen, samenwerken…: Beoordeel op eerlijkheid en diepgang; koppel aan de zelfreflectiefiche.</a:t>
            </a:r>
          </a:p>
          <a:p>
            <a:r>
              <a:t>Modelantwoord – Welke maatschappelijke of technische relevantie heeft je ond…: Beoordeel de link met een toepassing of SDG (energie, recyclage, veiligheid …).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Labo 11 – Open onderzoek: doorloop zelf een onderzoekscyclus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Richtduur: 1 lesuur voorbereiding + 2 lesuren uitvoering; verwerking en poster thuis • Type practicum: open praktijkonderzoek (per 2-3) – onderzoekscompetentie (#)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Mate van sturing: open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Werkwijze: O – V – U –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DE6F2"/>
                </a:solidFill>
              </a:rPr>
              <a:t>HAST  •  Toegepaste fysica 5BCW  •  Labocursus volgens de OVUR-methode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LESDOELEN – na dit labo kan je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11  •  Toegepaste fysica 5BCW  •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Zelfstandig onderzoekbare, afgebakende en relevante onderzoeksvraag formuleren binnen elektrostatica, elektriciteit of elektromagnetisme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Een onderzoeksplan opstellen met variabelen (onafhankelijk, afhankelijk, constant), materiaal, werkwijze en risicoanalyse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Het onderzoek uitvoeren, data verzamelen en digitaal verwerken, besluiten trekken en betrouwbaarheid kritisch bespreken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Resultaten communiceren via wetenschappelijke poster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F6C00"/>
                </a:solidFill>
              </a:rPr>
              <a:t>LEERPLANDOELEN (III-BCSW-d / III-BCW-d)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LPD 6 S (#): onderzoekscyclus doorlopen in samenhang met elektrostatica/elektromagnetisme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LPD 1 S: alle deelvaardigheden van onderzoek voeren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LPD 2 S, 3 S, 4 S, 5 S naargelang onderwerp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F6C00"/>
                </a:solidFill>
              </a:rPr>
              <a:t>VOORKENNIS – check vóór je begint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Alle vorige labo's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Criteria voor goede onderzoeksvraag: onderzoekbaar, ondubbelzinnig, afgebakend, relevant, beknopt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Wat gaan we onderzoeken en waarom?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Context – onderzoeksvraag – doel – oriëntatievragen (voorbereid thuis) – SMART-oefening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11  •  Toegepaste fysica 5BCW  •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In vorige labo's kreeg je onderzoeksvraag en (meestal) werkwijze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Nu draai je rollen om: jij bent onderzoeker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Kies vraag die je met materiaal van labo kan beantwoorden, plan, meet, verwerk en maak er poster van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Dit labo telt mee voor onderzoekscompetentie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Organisatie: les 1 (1 lesuur) = voorbereiden: onderzoeksvraag kiezen of zelf bedenken, SMART maken, plan en materiaallijst opstellen en laten goedkeuren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Les 2-3 (2 lesuren) = uitvoeren en ruwe data verzamelen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Verwerking (Excel) en poster werk je thuis af (groepswerk via OneDrive) en dien je in via uploadzone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11  •  Toegepaste fysica 5BCW  •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1">
                <a:solidFill>
                  <a:srgbClr val="EF6C00"/>
                </a:solidFill>
              </a:rPr>
              <a:t>Onderzoeksvraag (leerlijn SMART – stap 3: jij formuleert)</a:t>
            </a:r>
          </a:p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Je krijgt geen onderzoeksvraag meer: formuleer ze zelf voor jouw eigen open onderzoek (dit is vraag die je laat goedkeuren) en verantwoord per letter waarom ze SMART is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Gebruik vorm 'Hoe hangt … af van … bij …?'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Laat ze goedkeuren door leerkracht vóór je begint te meten</a:t>
            </a:r>
          </a:p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Onderzoeksvraag (leerlijn SMART – stap 3: jij formuleert) – invullen op werkblad; kolommen: Mijn onderzoeksvraag | S | M | A | R | T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EF6C00"/>
                </a:solidFill>
              </a:rPr>
              <a:t>Doel van het onderzoek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Zelfstandig volledige onderzoekscyclus doorlopen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Kritisch reflecteren over methode en betrouwbaarheid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Wetenschappelijk communiceren met poster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Inspiratie – mogelijke onderzoeksvragen (kies er één of bedenk zelf)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11  •  Toegepaste fysica 5BCW  •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Hoe hangt aantal paperclips dat elektromagneet draagt af van stroomsterkte / aantal windingen / kernmateriaal?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Hoe hangt inductiespanning af van valhoogte (snelheid) van magneet door spoel?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(sensor)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Hoe hangt valtijd van magneet in koperen of aluminium buis af van wanddikte of lengte?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(wervelstromen, Lenz)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Hoe hangt rendement van transformator af van belasting of van aanwezigheid van sluitstuk?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Hoe hangt weerstand van potlood­streep (grafiet) af van lengte en breedte?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(wet van Pouillet: R = ρ·l/A)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Hoe hangt uitslag van de DIY-elektroscoop af van afstand tot geladen staaf of van aantal wrijfbewegingen?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(bouw schaalverdeling)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Welke tribo-combinatie van materialen laadt ballon sterkst op (meten met elektroscoop of via valtijd papiersnipper)?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Hoe hangt kracht tussen twee magneten af van afstand?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(balans)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Hoe hangt veldsterkte op as van dipool of ring van ladingen af van afstand?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Inspiratie – mogelijke onderzoeksvragen (kies er één of bedenk zelf) (vervolg)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11  •  Toegepaste fysica 5BCW  •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(applet Charges and Fields, labo 2)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Welk materiaal schermt magnetisch veld best af?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(kompas + verschillende platen)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Hoe hangt toerental van gelijkstroommotor af van spanning?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(stroboscoop-app of lichtsensor)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V – VOORBEREIDEN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Hoe pakken we het aan?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Benodigdheden – theorie – veiligheid – hypothese – werkplan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Benodigdheden • VEILIGHEID // NAUWKEURIGHEID • Hypothese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11  •  Toegepaste fysica 5BCW  •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1">
                <a:solidFill>
                  <a:srgbClr val="EF6C00"/>
                </a:solidFill>
              </a:rPr>
              <a:t>Benodigdheden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Zelf op te lijsten tijdens voorbereidingsuur (enkel materiaal dat in labo aanwezig is of dat je zelf meebrengt); leerkracht keurt lijst goed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EF6C00"/>
                </a:solidFill>
              </a:rPr>
              <a:t>VEILIGHEID // NAUWKEURIGHEID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Vul korte risicoanalyse in: welke gevaren (elektrisch, thermisch, mechanisch, magnetisch), welke maatregelen?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Laat goedkeuren samen met je plan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EF6C00"/>
                </a:solidFill>
              </a:rPr>
              <a:t>Hypothese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Formuleer vóór proef beredeneerde verwachting: wat verwacht je en waarom?</a:t>
            </a:r>
          </a:p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Hypothese mag fout blijken – dat is geen slecht resultaat, maar leerpunt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Noteer ze op werkblad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Werkplan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11  •  Toegepaste fysica 5BCW  •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Vul variabelentabel in en schrijf werkwijze stap voor stap (zodat andere groep ze kan herhalen)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Aantal herhalingen per instelling: min. 3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Verwerking: welke tabel, welke grafiek, welke berekening?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Tijdsplanning en taakverdeling</a:t>
            </a:r>
          </a:p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Werkplan – invullen op werkblad; kolommen: Onafhankelijke variabele (+ waarden) | Afhankelijke variabele (+ meettoestel) | Constant te houden | Hypothese</a:t>
            </a:r>
          </a:p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Werkwijze, verwerking, planning en taakverdeling: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Meten, noteren, observeren – volgens plan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Noteer alles meteen op het werkblad: tabellen, waarnemingen, foto's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11  •  Toegepaste fysica 5BCW  •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Ruwe data (chronologisch, met datum en eenheden) – voeg eigen tabellen toe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Grafieken in Excel/Capstone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Foto's van opstelling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R – REFLECTEREN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Kloppen de resultaten? Wat leren we eruit?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Besluit – foutenanalyse – reflectievragen – verslag en evaluatie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Besluit • Foutenanalyse en betrouwbaarheid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11  •  Toegepaste fysica 5BCW  •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1">
                <a:solidFill>
                  <a:srgbClr val="EF6C00"/>
                </a:solidFill>
              </a:rPr>
              <a:t>Besluit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Beantwoord onderzoeksvraag, onderbouwd met je metingen (getallen, grafiek)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Klopt je hypothese?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Leg uit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EF6C00"/>
                </a:solidFill>
              </a:rPr>
              <a:t>Foutenanalyse en betrouwbaarheid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Wat is grootste meetonzekerheid in dit labo?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Hoe zou je proef verbeteren (meer herhalingen, ander meetbereik, betere opstelling)?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Reflectievragen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11  •  Toegepaste fysica 5BCW  •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1. Beantwoord je onderzoeksvraag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Werd je hypothese bevestigd?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Hoe zeker ben je (spreiding, aantal metingen)?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2. Welke keuzes in je methode zou je nu anders maken?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Welke vervolgvraag roept je onderzoek op?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3. Wat heb je geleerd over onderzoek doen (plannen, samenwerken, omgaan met tegenvallers)?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4. Welke maatschappelijke of technische relevantie heeft je onderzoeksvraag?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Communicatie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11  •  Toegepaste fysica 5BCW  •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• Je maakt wetenschappelijke poster (A3, als PDF ingediend; geen PowerPoint, geen presentatie) met: titel en namen, SMART-onderzoeksvraag, hypothese, methode (schema/foto, variabelen), resultaten (tabel + grafiek met trendlijn), besluit (antwoord op vraag), foutenanalyse en betrouwbaarheid, bronnen</a:t>
            </a:r>
          </a:p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      – Richtlijn: leesbaar vanop 1,5 m (titel ≥ 36 pt, tekst ≥ 18 pt), meer figuren dan tekst, max. ca. 300 woorden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230575.2"/>
          <a:ext cx="1127729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6343"/>
                <a:gridCol w="1470951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Onderdeel poster</a:t>
                      </a:r>
                    </a:p>
                  </a:txBody>
                  <a:tcPr>
                    <a:solidFill>
                      <a:srgbClr val="EF6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Checklist</a:t>
                      </a:r>
                    </a:p>
                  </a:txBody>
                  <a:tcPr>
                    <a:solidFill>
                      <a:srgbClr val="EF6C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Titel, namen, klas, datum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Onderzoeksvraag (SMART) + hypothese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Methode: opstelling (foto/schema), variabelen, aantal metingen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Resultaten: tabel + grafiek met assen, eenheden, trendlijn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Besluit: antwoord op de vraag, hypothese bevestigd/verworpen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Foutenanalyse + verbetervoorstel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Bronnen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WAT, HOE EN WANNEER WORDT GEËVALUEERD IN DIT LABO?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11  •  Toegepaste fysica 5BCW  • 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PRODUCT (60 %) – wat: kwaliteit van onderzoeksvraag (SMART) en hypothese, onderzoeksplan met variabelen en risicoanalyse, data en grafieken, besluit en kritische reflectie, poster (Bijlage B aangevuld met criterium 'communicatie via poster')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PRODUCT – hoe en wanneer: puntenverdeling /10 (Bijlage B), groepspunt, feedback in feedbackblok; deadline = één week na labo, 23.59 u, Smartschool-uploadzone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PRODUCT – wat dien je in: wetenschappelijke poster (PDF, A3) + Excel-bestand met ruwe data en grafieken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PROCES &amp; ATTITUDE (40 %) – wat: zelfstandigheid en initiatief, planning gevolgd, veilig gewerkt volgens eigen risicoanalyse, samenwerking en taakverdeling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PROCES &amp; ATTITUDE – hoe: observatie door leerkracht met rubric van Bijlage C (10 thema's × 5 niveaus), individueel punt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PEER-EVALUATIE: ja – na dit labo verdeel je punten over jezelf en je groepsleden (werkwijze: Bijlage D)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Peerfactor past groepspunt individueel aan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