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LEERKRACHTENINFO:</a:t>
            </a:r>
          </a:p>
          <a:p>
            <a:r>
              <a:t>• Doorschuifsysteem: 7 delen × 12 min = 84 min; met een 2-uursblok blijft ±15 min voor de maatschappelijke reflectie (of als huiswerk). Deel 4 (bel) en 6 (relais) kunnen gecombineerd worden als er weinig tijd is.</a:t>
            </a:r>
          </a:p>
          <a:p>
            <a:r>
              <a:t>• Verwachte resultaten: deel 1 enkel ijzer, nikkel en (ferritisch) rvs; schroevendraaier wordt zwak magnetisch, verliest dat na kloppen. Deel 2 aantal paperclips stijgt ~lineair met I; weekijzer ≫ geen kern; staal houdt paperclips vast na uitschakelen (remanentie). Deel 5: omkeren van I óf B keert F om; beide omkeren → zelfde richting. Deel 7: concentrische cirkels rond de draad; spoel = staafmagneetpatroon.</a:t>
            </a:r>
          </a:p>
          <a:p>
            <a:r>
              <a:t>• Laat bij elk deel de hypothese aftekenen door de 'veiligheidsverantwoordelijke' vóór de bron aan gaat – zo wordt de hypothese echt vooraf genoteerd (P4).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Modelantwoord – SMART-keuze 6…: C. A: niet S/M. B: lijkt goed, maar 'kracht' is niet meetbaar gemaakt, geen bereik, geen spoel of kern vermeld. D: niet realistisch (vijf kernmaterialen, stroom tot 5 A overschrijdt I_max van de spoel). Verantwoording C: S = paperclips vs. I bij vaste spoel en kern; M = tellen en ampèremeter; A = basis van elektromagneet/relais; R = 12 minuten aan deel 8; T = deel 8 van dit labo.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Modelantwoord – Hoe heb je in dit labo gezien dat een elektromagneet werkt? …: Spoel met stroom trekt paperclips aan, sterker met kern en grotere stroom; valt weg zonder stroom (deel 2). Een schrootkraan moet lading kunnen oppakken én loslaten → in-/uitschakelbaar; een permanente magneet kan niet 'uit'. Weekijzeren kern: weinig remanentie.</a:t>
            </a:r>
          </a:p>
          <a:p>
            <a:r>
              <a:t>Modelantwoord – Waarom is een relais handig in een elektrische schakeling? G…: Een kleine, veilige stuurstroom (bv. 12 V, microcontroller) schakelt een grote stroom/hoge spanning in een galvanisch gescheiden kring. Voorbeelden: startmotor (dikke kabels blijven kort), veiligheidsrelais op een machine (noodstop), thermostaat die een cv-ketel schakelt, knipperlichtrelais.</a:t>
            </a:r>
          </a:p>
          <a:p>
            <a:r>
              <a:t>Modelantwoord – Elektrische auto's gebruiken elektromotoren (krachtwerking o…: Elektromotor: rendement ~90 % vs ~30-40 % voor een verbrandingsmotor, geen lokale uitstoot, koppel vanaf stilstand, recuperatie bij remmen (generatorwerking). Minder CO₂ als de stroom (deels) hernieuwbaar is. Nuance: CO₂ en grondstoffen bij batterijproductie (lithium, kobalt), stroommix, recyclage van magneten en batterijen.</a:t>
            </a:r>
          </a:p>
          <a:p>
            <a:r>
              <a:t>Modelantwoord – Magnetische scheiders halen ijzer uit huishoudelijk afval. W…: Aluminium is niet ferromagnetisch. Men gebruikt een wervelstroomscheider: een snel roterende magneetrotor induceert wervelstromen in het aluminium; volgens Lenz ontstaat een afstotende kracht die de blikjes wegslingert (labo 10).</a:t>
            </a:r>
          </a:p>
          <a:p>
            <a:r>
              <a:t>Modelantwoord – Welke ontdekking uit dit labo vind jij het meest nuttig voor…: Open vraag – beoordeel op argumentatie en koppeling aan een waarneming uit het labo.</a:t>
            </a:r>
          </a:p>
          <a:p>
            <a:r>
              <a:t>Modelantwoord – Bedenk ZELF een concreet probleem uit het dagelijks leven of…: Elk eigen, verschillend voorbeeld aanvaarden (bv. magneetslot op een kattenluik, relais dat een pomp start bij hoog waterpeil met Pico als sturing, magnetische rem op een rolwagen). Afkeuren: branddeur/brandalarm uit de les, voorbeelden letterlijk uit het werkblad.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Labo 6 – Circuitpracticum elektromagnetisme: 7 delen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Richtduur: 2 lesuren (+ 1 lesuur verwerking) • Type practicum: onderzoekend leren in delen / doorschuifsysteem (groepjes van 2-3, 12 min per deel)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Mate van sturing: begeleid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Werkwijze: O – V – U – R</a:t>
            </a:r>
          </a:p>
        </p:txBody>
      </p:sp>
      <p:pic>
        <p:nvPicPr>
          <p:cNvPr id="4" name="Picture 3" descr="gen_ijzervijls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355913"/>
            <a:ext cx="3931920" cy="21461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DE6F2"/>
                </a:solidFill>
              </a:rPr>
              <a:t>HAST  •  Toegepaste fysica 5BCW  •  Labocursus volgens de OVUR-methode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LESDOELEN – na dit labo kan je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Magnetische en niet-magnetische materialen onderscheiden en ferromagnetisme verklaren met model van elementaire magneetjes (weissgebieden – zie uitleg bij deel 1)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Het veldlijnenpatroon van staafmagneet, een U-magneet, rechte geleider en spoel visualiseren, tekenen en zin bepalen met kompas (rechterhandregel)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Een elektromagneet bouwen en invloed van stroomsterkte en kernmateriaal onderzoeken; magnetische influentie en remanentie herkennen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De werking van elektrische bel en relais uitleggen via schema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De richting van de Lorentzkracht op stroomvoerende geleider experimenteel bepalen en koppelen aan linkerhandregel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Voor elke proef zelf hypothese formuleren en toetsen; waarnemingen documenteren met foto's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LEERPLANDOELEN (III-BCSW-d / III-BCW-d)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LPD 5 F: magnetische krachtwerking, magnetische influentie, veldlijnenpatronen bij permanente magneten, rechte geleider en spoel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LPD 6 F: magnetische kracht op stroomvoerende geleider (richting)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LPD 1 S, 3 S, 5 S</a:t>
            </a:r>
          </a:p>
          <a:p>
            <a:pPr>
              <a:spcAft>
                <a:spcPts val="1400"/>
              </a:spcAft>
            </a:pPr>
            <a:r>
              <a:rPr sz="2300" b="1">
                <a:solidFill>
                  <a:srgbClr val="6A1B9A"/>
                </a:solidFill>
              </a:rPr>
              <a:t>VOORKENNIS – check vóór je begint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Wat is magnetisch veld?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Hoe teken je veldlijnen (zin: van N naar Z buiten magneet)?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Welke stoffen zijn ferromagnetisch?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O – ORIËNTEREN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Wat gaan we onderzoeken en waarom?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Context – onderzoeksvraag – doel – oriëntatievragen (voorbereid thuis) – SMART-oefening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O – Oriënteren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6A1B9A"/>
                </a:solidFill>
              </a:rPr>
              <a:t>Context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Van deurbel tot de MRI-scanner, van schrootkraan tot startmotor van auto: elektromagnetisme zit overal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In dit circuitpracticum ontdek je basisverschijnselen zelf, door bij elk deel vraag te stellen, hypothese te formuleren, te experimenteren en te concluderen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Op einde koppel je alles aan toepassingen in maatschappij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6A1B9A"/>
                </a:solidFill>
              </a:rPr>
              <a:t>Onderzoeksvraag (leerlijn SMART – stap 2: jij kiest)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Dit circuitpracticum bestaat uit zeven korte delen met elk gegeven deelvraag (zie U-fase)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Voor deel 8 – jullie eigen bijkomende onderzoek – kiezen jullie onderzoeksvraag zelf:</a:t>
            </a:r>
          </a:p>
          <a:p>
            <a:pPr>
              <a:spcAft>
                <a:spcPts val="1400"/>
              </a:spcAft>
            </a:pPr>
            <a:r>
              <a:rPr sz="1800" i="1">
                <a:solidFill>
                  <a:srgbClr val="595959"/>
                </a:solidFill>
              </a:rPr>
              <a:t>Je krijgt onderzoeksvraag van dit labo niet meer kant-en-klaar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Hieronder staan vier voorstellen; slechts één is goede SMART-onderzoeksvraag voor dit labo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Omcirkel ze – dat wordt jullie onderzoeksvraag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A. Hoe sterk is elektromagneet?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B. Hoe hangt kracht van elektromagneet af van stroomsterkte?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O – Oriënteren (vervolg)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C. Hoe hangt aantal paperclips dat spoel van 600 windingen met weekijzeren kern draagt af van stroomsterkte (0,5 – 1,5 A), tijdens deel 8 van dit labo?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D. Hoe hangt aantal gedragen paperclips af van kernmateriaal (ijzer, aluminium, koper, hout, glas) bij elke stroomsterkte van 0 tot 5 A?</a:t>
            </a:r>
          </a:p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Verantwoord per letter waarom jouw keuze SMART is, en schrijf bij elk ander voorstel in één zin welke letter ontbreekt (of waarom het niet over juiste onderwerp gaat)</a:t>
            </a:r>
          </a:p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Onderzoeksvraag (leerlijn SMART – stap 2: jij kiest) – invullen op werkblad; kolommen: Mijn keuze | S | M | A | R | 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Doel van het onderzoek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Zelfstandig onderzoekend leren: vragen stellen, hypothesen formuleren, experimenteren, concluderen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Fenomenen van magnetisme en elektromagnetisme waarnemen, documenteren en verklaren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Veilig werken met spoelen (I_max) en sterke magneten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V – VOORBEREIDEN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Hoe pakken we het aan?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Benodigdheden – theorie – veiligheid – hypothese – werkplan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Benodigdheden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Deel 1: staafmagneet, stalen voorwerpen, koper, aluminium, ijzer, nikkel (munt), zink, hout, kunststof, roestvast staal (twee soorten)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Deel 2: spoel (I_max = …… A), weekijzeren kern, stalen kern (bout), paperclips, blauwe spanningsbron, snoeren, A-meter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Deel 3: staafmagneet, U-magneet, doorzichtige plaatjes met ijzerstaafjes, ijzervijlsel in strooibus, blad papier, kompasnaaldjes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Deel 4: elektrische bel (open model), spanningsbron …… V DC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Deel 5: lintgeleider (of schommel), U-magneet of sterke neodymiummagneten in houder, spanningsbron, A-meter (max. …… A)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Deel 6: relais (met doorzichtige behuizing), lampje, schakelaar, twee spanningsbronnen of batterijen, snoeren, schema van relais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Deel 7: spoel met luchtkern (solenoïde) en rechte geleider (verticale draad door plaatje), kompasnaaldjes, spanningsbron, A-meter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VEILIGHEID // NAUWKEURIGHEID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Elke opstelling eerst laten controleren door leerkracht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Gebruik blauwe spanningsbronnen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Beperk stroomsterkte tot de I_max die op spoel staat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Spoelen worden warm: schakel uit tussen metingen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Neodymiummagneten: knelgevaar, weg van gsm/bankkaart/pacemaker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IJzervijlsel: niet in contact brengen met magneet (papier ertussen), niet inademen, niet in ogen wrijven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Lintgeleider: korte stroompulsen; max. stroom respecteren (korte dikke geleider = bijna kortsluiting)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Werkplan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Rolverdeling per deel (groep van 2 of 3): uitvoerder (bouwt en bedient), notulist/fotograaf (noteert hypothese en waarneming, maakt foto's) en veiligheidsverantwoordelijke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In groep van twee neemt notulist ook veiligheidsrol op. Wissel bij elk deel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Taak van veiligheidsverantwoordelijke: vóór inschakelen controleert hij/zij of bron op 0 staat, of de A-meter in serie zit, welke I_max voor dit deel geldt (werkblad/toestel) en of hypothese genoteerd is; hij/zij roept leerkracht voor controle, houdt tijdens proef de A-meter in oog en schakelt uit bij warme spoelen of overschrijding van I_max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Bij elk deel: lees onderzoeksvraag → noteer je hypothese VÓÓR je experimenteert → voer uit → noteer waarneming + foto → conclusie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Meten, noteren, observeren – volgens plan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Noteer alles meteen op het werkblad: tabellen, waarnemingen, foto's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Deel 1 – Magnetische eigenschappen van materialen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Onderzoeksvraag: Welke materialen worden aangetrokken door permanente magneet?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Zijn alle metalen magnetisch?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Hypothese: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262626"/>
                </a:solidFill>
              </a:rPr>
              <a:t>Uitvoering: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Test koper, ijzer, aluminium, nikkel, zink, roestvast staal (2 soorten) en twee niet-metalen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Strijk stalen schroevendraaier 20× in dezelfde richting over magneet en test of hij nu zelf paperclips aantrekt (magnetische influentie / magnetiseren)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Laat hem → op grond vallen of klop erop: nog magnetisch?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Deel 1 – Magnetische eigenschappen van materialen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7293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2014"/>
                <a:gridCol w="3561251"/>
                <a:gridCol w="1978472"/>
                <a:gridCol w="3165556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Materiaal</a:t>
                      </a:r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Hypothese (ja/nee)</a:t>
                      </a:r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Waarneming</a:t>
                      </a:r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Ferromagnetisch?</a:t>
                      </a:r>
                    </a:p>
                  </a:txBody>
                  <a:tcPr>
                    <a:solidFill>
                      <a:srgbClr val="6A1B9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koper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ijzer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aluminium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nikkel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zink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rvs 1 / rvs 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Deel 1 • Deel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6A1B9A"/>
                </a:solidFill>
              </a:rPr>
              <a:t>Deel 1 – Magnetische eigenschappen van materialen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Foto / schets: (plak hier of voeg toe in verslag)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Conclusie: welke materialen zijn ferromagnetisch?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Verklaar magnetiseren en ontmagnetiseren met elementaire magneetjes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6A1B9A"/>
                </a:solidFill>
              </a:rPr>
              <a:t>Deel 2 – Elektromagneet bouwen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Onderzoeksvraag: Hoe beïnvloeden stroomsterkte en kernmateriaal sterkte van elektromagneet?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Hypothese: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262626"/>
                </a:solidFill>
              </a:rPr>
              <a:t>Uitvoering: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Sluit spoel (zonder kern) aan via de A-meter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Stel 0,5 A in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Hoeveel paperclips kan je optillen?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Herhaal met 1,0 A en 1,5 A (≤ I_max!)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Herhaal met weekijzeren kern en met stalen kern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Schakel stroom uit: welke kern blijft paperclips vasthouden (remanentie)?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Deel 2 – Elektromagneet bouwen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729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492"/>
                <a:gridCol w="1409661"/>
                <a:gridCol w="3994041"/>
                <a:gridCol w="3759098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Kern</a:t>
                      </a:r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 (A)</a:t>
                      </a:r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Aantal paperclips</a:t>
                      </a:r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 uitschakelen?</a:t>
                      </a:r>
                    </a:p>
                  </a:txBody>
                  <a:tcPr>
                    <a:solidFill>
                      <a:srgbClr val="6A1B9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geen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geen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weekijzer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weekijzer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staal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staal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Deel 2 • Deel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315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6A1B9A"/>
                </a:solidFill>
              </a:rPr>
              <a:t>Deel 2 – Elektromagneet bouwen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Foto / schets: (plak hier of voeg toe in verslag)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Reflectie: wat gebeurt er met kern als stroom wordt uitgeschakeld?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Waarom gebruikt men weekijzer in relais en staal in permanente magneet?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6A1B9A"/>
                </a:solidFill>
              </a:rPr>
              <a:t>Deel 3 – Magnetisch veld van permanente magneten visualiseren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Onderzoeksvraag: Hoe ziet veld rond staafmagneet en een U-magneet eruit en hoe bepaal je zin van veldlijnen?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Hypothese: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262626"/>
                </a:solidFill>
              </a:rPr>
              <a:t>Uitvoering: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A) Leg doorzichtige plaatjes met ijzerstaafjes op magneet; voeg kompasnaaldjes toe om zin te bepalen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B) Leg blad papier op magneet, strooi ijzervijlsel en tik zacht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Foto nemen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Herhaal met twee staafmagneten N-Z en N-N tegenover elkaar</a:t>
            </a:r>
          </a:p>
        </p:txBody>
      </p:sp>
      <p:pic>
        <p:nvPicPr>
          <p:cNvPr id="6" name="Picture 5" descr="gen_ijzervijls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2355913"/>
            <a:ext cx="3931920" cy="21461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57607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Veldlijnenpatroon van een staafmagneet, zichtbaar gemaakt met ijzervijlsel.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Deel 2 • Deel 3 (vervolg)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315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Veldlijnenpatroon van staafmagneet, zichtbaar gemaakt met ijzervijlsel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Foto / schets: (plak hier of voeg toe in verslag)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Analyse: teken patronen (staaf, U, N-Z, N-N)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Waar is veld sterkst (veldlijnendichtheid)?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Hoe bepaal je zin met kompas?</a:t>
            </a:r>
          </a:p>
        </p:txBody>
      </p:sp>
      <p:pic>
        <p:nvPicPr>
          <p:cNvPr id="6" name="Picture 5" descr="gen_ijzervijls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2355913"/>
            <a:ext cx="3931920" cy="21461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57607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Veldlijnenpatroon van een staafmagneet, zichtbaar gemaakt met ijzervijlsel.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Deel 4 – Werking van een elektrische 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Onderzoeksvraag: Hoe zorgt elektromagneet voor herhaalde beweging in bel?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Hypothese: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262626"/>
                </a:solidFill>
              </a:rPr>
              <a:t>Uitvoering: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Sluit bel aan op …… V gelijkspanning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Observeer klepel, contactveertje en elektromagneet in slow motion (filmpje met gsm)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Houd contact met isolator open: wat gebeurt er?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Foto / schets: (plak hier of voeg toe in verslag)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Uitleg: teken schema en beschrijf cyclus stap voor stap (stroom → magneet → klepel → contact onderbroken → …)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Deel 5 – Lorentzkracht op een stroomvoerende geleider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Onderzoeksvraag: Van welke factoren hangt richting van kracht op stroomvoerende geleider in magnetisch veld af?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Hypothese: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262626"/>
                </a:solidFill>
              </a:rPr>
              <a:t>Uitvoering: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Hang lintgeleider in veld van de U-magneet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Stuur kort stroom (≤ …… A)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Welke kant beweegt geleider op?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Keer stroomzin om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Keer → magneet om (veld omkeren)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Keer beide om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Noteer telkens richting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Deel 5 – Lorentzkracht op een stroomvoerende geleider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729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357"/>
                <a:gridCol w="1109242"/>
                <a:gridCol w="3697473"/>
                <a:gridCol w="4067221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I-zin</a:t>
                      </a:r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B-zin</a:t>
                      </a:r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Hypothese richting F</a:t>
                      </a:r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Waargenomen richting F</a:t>
                      </a:r>
                    </a:p>
                  </a:txBody>
                  <a:tcPr>
                    <a:solidFill>
                      <a:srgbClr val="6A1B9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→ (omgekeerd)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← (omgekeerd)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← + omgekeerd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Deel 5 • Deel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6A1B9A"/>
                </a:solidFill>
              </a:rPr>
              <a:t>Deel 5 – Lorentzkracht op een stroomvoerende geleider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Foto / schets: (plak hier of voeg toe in verslag)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Reflectie: hoe verandert kracht bij omkering van stroom of veld?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Controleer met linkerhandregel (of rechterhandregel F = I·l × B)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Wat als I evenwijdig is met B?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6A1B9A"/>
                </a:solidFill>
              </a:rPr>
              <a:t>Deel 6 – Relais en schakeling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Onderzoeksvraag: Hoe kan kleine stroom via relais grotere kring (lamp) schakelen?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Hypothese: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262626"/>
                </a:solidFill>
              </a:rPr>
              <a:t>Uitvoering: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Zoek online (of op infokaart) werking van relais: spoel, anker, contacten NO/NC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Bouw stuurkring (schakelaar + spoel van relais op bron 1) en lastkring (lamp op bron 2 via relaiscontacten)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Laat controleren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Test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Teken schema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Deel 5 • Deel 6 (vervolg)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Foto / schets: (plak hier of voeg toe in verslag)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Conclusie: waarom zijn stuur- en lastkring galvanisch gescheiden (= er is geen enkele elektrische verbinding tussen beide kringen, enkel magnetische koppeling)?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Geef toepassing (startmotor auto, veiligheidsrelais)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Deel 7 – Magnetisch veld bij een rechte geleider en een spoel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262626"/>
                </a:solidFill>
              </a:rPr>
              <a:t>• Onderzoeksvraag: Hoe ziet veld rond stroomvoerende rechte geleider en rond spoel eruit?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Hoe hangt zin af van stroomzin?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262626"/>
                </a:solidFill>
              </a:rPr>
              <a:t>• Hypothese: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62626"/>
                </a:solidFill>
              </a:rPr>
              <a:t>Uitvoering: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262626"/>
                </a:solidFill>
              </a:rPr>
              <a:t>• Rechte geleider: plaats kompasnaaldjes rond verticale draad, schakel stroom in (kort, ≤ I_max)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Schets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Keer stroomzin om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262626"/>
                </a:solidFill>
              </a:rPr>
              <a:t>• Spoel: plaats kompasnaaldjes rondom en in as van spoel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Schets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Keer stroomzin om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Vergelijk met veld van staafmagneet (deel 3)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262626"/>
                </a:solidFill>
              </a:rPr>
              <a:t>• Foto / schets: (plak hier of voeg toe in verslag)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262626"/>
                </a:solidFill>
              </a:rPr>
              <a:t>• Analyse: formuleer rechterhandregel voor rechte geleider en voor spoel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Welke kant van spoel is noordpool?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Wat besluit je over oorzaak van magnetisme (bewegende ladingen)?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UITLEG – weissgebieden, remanentie, wervelstromen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Weissgebieden: in ijzer, nikkel en kobalt zijn atomen zelf piepkleine magneetjes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Ze zitten gegroepeerd in gebiedjes (weissgebieden) waarin alle magneetjes dezelfde kant op wijzen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Zonder uitwendig veld wijzen gebiedjes kriskras door elkaar: stuk ijzer is niet magnetisch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Breng je magneet in buurt, dan draaien gebiedjes zich in dezelfde richting: ijzer wordt zelf magneet (magnetische influentie)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Remanentie: na wegnemen van magneet blijven in staal deel van gebiedjes gericht → staal blijft beetje magnetisch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In weekijzer vallen ze meteen terug in wanorde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Wervelstromen (nodig bij reflectievraag 4 en in labo 9): beweegt geleidend blok of plaat (koper, aluminium) t.o.v. magneet, dan verandert magnetische flux door dat blok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Daardoor ontstaat – net zoals in spoel – inductiespanning, maar nu in massieve metaal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Die drijft kringvormige stromen aan: wervelstromen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Volgens wet van Lenz werken die stromen beweging tegen (magnetische rem) en ze maken metaal warm (inductiekookplaat)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315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6A1B9A"/>
                </a:solidFill>
              </a:rPr>
              <a:t>STEM-ONTWERPOPDRACHT (LPD 4 S) – formuleer en test zelf één bijkomende vraag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Kies iets wat je tijdens delen 1-7 opviel en formuleer er onderzoekbare vraag over (bv. 'Draagt elektromagneet meer paperclips met twee kernen?', 'Werkt bel ook op lagere spanning?', 'Hoe ver reikt veld van spoel?')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Schrijf hypothese, werkwijze (met veiligheidscheck I_max) en resultaat op. Laat vraag goedkeuren vóór je begint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6A1B9A"/>
                </a:solidFill>
              </a:rPr>
              <a:t>STEM in de maatschappij – maatschappelijke link</a:t>
            </a:r>
          </a:p>
          <a:p>
            <a:pPr>
              <a:spcAft>
                <a:spcPts val="1400"/>
              </a:spcAft>
            </a:pPr>
            <a:r>
              <a:rPr sz="1800" i="1">
                <a:solidFill>
                  <a:srgbClr val="595959"/>
                </a:solidFill>
              </a:rPr>
              <a:t>Elektromagneet in schrootkraan: in- en uitschakelbaar magnetisme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Voorbeelden uit praktijk: relais (startmotor, liften, industriële sturingen), elektromagneten (schrootkraan, MRI, luidspreker, magneetklep, automatische zekering), elektromotoren (e-bike, elektrische auto, trein, huishoudtoestellen), magnetische scheiding bij recyclage</a:t>
            </a:r>
          </a:p>
        </p:txBody>
      </p:sp>
      <p:pic>
        <p:nvPicPr>
          <p:cNvPr id="6" name="Picture 5" descr="gen_schrootkra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2355913"/>
            <a:ext cx="3931920" cy="21461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57607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Elektromagneet in een schrootkraan: in- en uitschakelbaar magnetisme.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R – REFLECTEREN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Kloppen de resultaten? Wat leren we eruit?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Besluit – foutenanalyse – reflectievragen – verslag en evaluatie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Reflectievragen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1. Hoe heb je in dit labo gezien dat elektromagneet werkt?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Leg uit waarom dit principe nuttig is in kraan die schroot optilt en waarom men daar geen permanente magneet gebruikt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2. Waarom is relais handig in elektrische schakeling?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Geef voorbeeld waar relais veiligheid of comfort verhoogt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3. Elektrische auto's gebruiken elektromotoren (krachtwerking op stroomvoerende geleiders in magnetisch veld)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Waarom zijn die efficiënter dan verbrandingsmotoren en hoe draagt dat bij tot minder CO₂-uitstoot?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Welke nuance maak je (productie batterijen, herkomst stroom)?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[Internet toegelaten: gewone zoekmachine zoals Google, bron vermelden – geen AI-tool.]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4. Magnetische scheiders halen ijzer uit huishoudelijk afval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Waarom lukt dat niet voor aluminium blikjes met gewone magneet, en hoe lukt wél met snel draaiende magneettrommel (wervelstroomscheider)?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Gebruik uitleg over wervelstromen hierboven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[Internet toegelaten: gewone zoekmachine zoals Google, bron vermelden – geen AI-tool.]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5. Welke ontdekking uit dit labo vind jij meest nuttig voor dagelijks leven en waarom?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Reflectievragen (vervolg)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6. Bedenk ZELF concreet probleem uit dagelijks leven of techniek dat je met elektromagneet, relais of motor zou oplossen (niet voorbeelden uit dit labo of uit les overnemen)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Schets je idee en leg uit welk verschijnsel je gebruikt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Microcontroller zoals de Raspberry Pi Pico (bekend uit 4BSW) mag deel uitmaken van je ontwerp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WAT, HOE EN WANNEER WORDT GEËVALUEERD IN DIT LABO?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6  •  Toegepaste fysica 5BCW  • 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PRODUCT (60 %) – wat: per deel: hypothese, waarneming, foto/schets en conclusie; tekeningen van veldlijnenpatronen; schema van bel en relais; maatschappelijke reflectie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PRODUCT – hoe en wanneer: puntenverdeling /10 (Bijlage B), groepspunt, feedback in feedbackblok; deadline = één week na labo, 23.59 u, Smartschool-uploadzone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PRODUCT – wat dien je in: ingevulde werkbladen (delen 1-8 met foto's) als PDF in uploadzone – GEEN Excel-verslag (doorschuifpracticum)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PROCES &amp; ATTITUDE (40 %) – wat: hypothese genoteerd vóór experiment, rolverdeling gerespecteerd, I_max gerespecteerd en opstellingen laten controleren, tijdsbeheer per deel, materiaal correct achtergelaten voor volgende groep, peerevaluatie (Bijlage D)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PROCES &amp; ATTITUDE – hoe: observatie door leerkracht met rubric van Bijlage C (10 thema's × 5 niveaus), individueel punt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PEER-EVALUATIE: ja – na dit labo verdeel je punten over jezelf en je groepsleden (werkwijze: Bijlage D)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Peerfactor past groepspunt individueel aan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