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LEERKRACHTENINFO:</a:t>
            </a:r>
          </a:p>
          <a:p>
            <a:r>
              <a:t>• Kies weerstanden tussen 100 Ω en 100 kΩ met 4 én 5 ringen; voeg bewust één weerstand buiten tolerantie toe (of een 'uitgedroogde' oude) voor discussie.</a:t>
            </a:r>
          </a:p>
          <a:p>
            <a:r>
              <a:t>• Veelgemaakte fouten: snoer in de A-klem laten zitten → volgende spanningsmeting = kortsluiting. Laat na elke stroommeting het snoer terugsteken (procescriterium P2).</a:t>
            </a:r>
          </a:p>
          <a:p>
            <a:r>
              <a:t>• Antwoord beduidende cijfers: 2,2·10² 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Noteer de kleurcode-tabel in je eigen woorden: wat betekenen…: Ring 1 en 2 (en 3 bij 5 ringen) geven de cijfers, de volgende ring de vermenigvuldiger (macht van 10), de laatste de tolerantie. De tolerantiering is breder of staat verder van de andere ringen; goud/zilver komt enkel voor als tolerantie of vermenigvuldiger, nooit als eerste ring.</a:t>
            </a:r>
          </a:p>
          <a:p>
            <a:r>
              <a:t>Modelantwoord – Hoe schakel je een ampèremeter? En een voltmeter? Wat gebeur…: A-meter in serie (de te meten stroom loopt erdoor; zeer kleine inwendige weerstand). V-meter parallel over het onderdeel (zeer grote inwendige weerstand). Fout: A-meter parallel = kortsluiting (zekering springt, toestel defect); V-meter in serie = kring onderbroken, bijna geen stroom.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Welke van beide methodes (ohmmeter of U/I) vind je het betro…: De U/I-methode met meerdere metingen en grafiek is betrouwbaarder (middelt toevallige fouten uit, toont of de weerstand ohms is). Onzekerheden: ohmmeter – contactweerstand van de snoeren (belangrijk bij kleine R), nauwkeurigheid toestel; U/I – nauwkeurigheid V- en A-meter, inwendige weerstand van de meters, opwarming van de weerstand.</a:t>
            </a:r>
          </a:p>
          <a:p>
            <a:r>
              <a:t>Modelantwoord – Een weerstand van 220 Ω ± 10 % meet 250 Ω. Is hij defect? To…: Grenzen: 220 ± 22 Ω → [198 Ω ; 242 Ω]. 250 Ω ligt erbuiten → buiten tolerantie (defect of meetfout; hermeten).</a:t>
            </a:r>
          </a:p>
          <a:p>
            <a:r>
              <a:t>Modelantwoord – Waarom begin je altijd met het grootste meetbereik? Wat is h…: Om het toestel niet te overbelasten als de waarde groter is dan verwacht. Nadeel van te groot bereik: te weinig beduidende cijfers (bv. 0,02 A i.p.v. 0,0183 A) → grote relatieve onzekerheid.</a:t>
            </a:r>
          </a:p>
          <a:p>
            <a:r>
              <a:t>Modelantwoord – Hoeveel beduidende cijfers geef je op voor R als U = 4,02 V …: I heeft 2 beduidende cijfers → R = 4,02 / 0,018 = 223,3… → R = 2,2·10² Ω (220 Ω met 2 b.c.).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Labo 3 – Weerstanden herkennen en meten: kleurcode en multimeter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Richtduur: 1 lesuur • Type practicum: apparatuurpracticum (individueel of per 2)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Mate van sturing: gesloten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Werkwijze: O – V – U – R</a:t>
            </a:r>
          </a:p>
        </p:txBody>
      </p:sp>
      <p:pic>
        <p:nvPicPr>
          <p:cNvPr id="4" name="Picture 3" descr="gen_multime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355913"/>
            <a:ext cx="3931920" cy="21461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DE6F2"/>
                </a:solidFill>
              </a:rPr>
              <a:t>HAST  •  Toegepaste fysica 5BCW  •  Labocursus volgens de OVUR-methode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LESDOELEN – na dit labo kan je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3  •  Toegepaste fysica 5BCW  •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De waarde en tolerantie van weerstand aflezen uit kleurcode (4 en 5 ringen)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Een digitale multimeter correct instellen en gebruiken als ohmmeter, voltmeter en ampèremeter (bereik, aansluitklemmen, serie/parallel)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Nagaan of gemeten waarde binnen tolerantiegrenzen ligt en daarbij correct omgaan met beduidende cijfers en meetonzekerheid van toestel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Een eenvoudige kring (bron – weerstand) opbouwen, laten controleren en U en I meten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00695C"/>
                </a:solidFill>
              </a:rPr>
              <a:t>LEERPLANDOELEN (III-BCSW-d / III-BCW-d)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LPD K1 / 2de graad LPD 16F: wet van Ohm in gelijkstroomkringen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LPD 2 S: meetwaarden met juiste symbolen en eenheden, beduidende cijfers, machten van 10 (kΩ, MΩ)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LPD 3 S: nauwkeurig gebruik van meetinstrumenten, instructiekaarten lezen, veilig werken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VOORKENNIS – check vóór je begint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3  •  Toegepaste fysica 5BCW  • 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Wet van Ohm: R = U / I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Eenheden V, A, Ω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Voorvoegsels: k = 10³, M = 10⁶, m = 10⁻³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Wat gaan we onderzoeken en waarom?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Context – onderzoeksvraag – doel – oriëntatievragen (voorbereid thuis) – SMART-oefening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Context • Onderzoeksvraag • Doel van het onderzoek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3  •  Toegepaste fysica 5BCW  •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0695C"/>
                </a:solidFill>
              </a:rPr>
              <a:t>Context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Elke elektronische schakeling – van je oplader tot een MRI-scanner – bevat weerstanden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Hun waarde staat als kleurcode op onderdeel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Technicus moet die snel kunnen lezen én controleren met multimeter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Multimeter is in dit hele labojaar je belangrijkste meettoestel: in dit korte practicum leer je hem foutloos gebruiken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695C"/>
                </a:solidFill>
              </a:rPr>
              <a:t>Onderzoeksvraag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Komt werkelijke (gemeten) weerstandswaarde overeen met nominale waarde volgens kleurcode, binnen opgegeven tolerantie?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695C"/>
                </a:solidFill>
              </a:rPr>
              <a:t>Doel van het onderzoek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Kleurcode lezen en toepassen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Multimeter correct en veilig gebruiken (Ω, V, A)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Tolerantie en meetonzekerheid interpreteren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3  •  Toegepaste fysica 5BCW  •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0695C"/>
                </a:solidFill>
              </a:rPr>
              <a:t>Oriëntatievragen (beantwoord vóór het labo)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1. Noteer kleurcode-tabel in je eigen woorden: wat betekenen ring 1, 2, (3), vermenigvuldiger en tolerantiering?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Hoe herken je tolerantiering?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2. Hoe schakel je ampèremeter?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En voltmeter?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Wat gebeurt er als je verkeerd doet?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0695C"/>
                </a:solidFill>
              </a:rPr>
              <a:t>Oefenen op onderzoeksvragen (leerlijn SMART – stap 1: de vraag krijg je)</a:t>
            </a:r>
          </a:p>
          <a:p>
            <a:pPr>
              <a:spcAft>
                <a:spcPts val="1400"/>
              </a:spcAft>
            </a:pPr>
            <a:r>
              <a:rPr sz="1600" i="1">
                <a:solidFill>
                  <a:srgbClr val="595959"/>
                </a:solidFill>
              </a:rPr>
              <a:t>In labo 1-3 krijg je onderzoeksvraag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We bekijken samen waarom ze SMART is – vanaf labo 4 kies je ze zelf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Onderzoeksvraag: Ligt voor elk van onze vijf weerstanden met multimeter van labo gemeten weerstandswaarde binnen tolerantiegrens die kleurcode aangeeft, tijdens dit lesuur?</a:t>
            </a:r>
          </a:p>
          <a:p>
            <a:pPr>
              <a:spcAft>
                <a:spcPts val="1400"/>
              </a:spcAft>
            </a:pPr>
            <a:r>
              <a:rPr sz="1600" i="1">
                <a:solidFill>
                  <a:srgbClr val="595959"/>
                </a:solidFill>
              </a:rPr>
              <a:t>Doe zelf: onderstreep in vraag grootheid die je verandert (O), omcirkel grootheid die je meet (A) en zet kader rond wat constant blijft (C)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Lees → tabel: zo verantwoord je onderzoeksvraag letter per letter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Oefenen op onderzoeksvragen (leerlijn SMART – stap 1: de vraag krijg je)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3  •  Toegepaste fysica 5BCW  •  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792"/>
                <a:gridCol w="8787502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Letter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Waarom is deze vraag SMART?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S – Specifiek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Duidelijk afgebakend: vijf weerstanden, twee waarden per weerstand (kleurcode en meting), één criterium (binnen de tolerantie of niet). Let op: dit is een vergelijkende vraag, geen 'hoe hangt … af van'-vraag – dat mag ook.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M – Meetbaar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De kleurcode lees je af met de tabel, de weerstand meet je met de Ω-meter; de tolerantie staat op de weerstand.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A – Aanvaardbaar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Zinvol: in elk later labo moet je weerstanden kunnen herkennen en een multimeter kunnen vertrouwen.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R – Realistisch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Haalbaar in één lesuur met het materiaal van het labo.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T – Tijdsgebonden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Tijdens dit lesuur; werkblad meteen ingevuld.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V – VOORBEREIDEN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Hoe pakken we het aan?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Benodigdheden – theorie – veiligheid – hypothese – werkplan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Benodigdheden • Theorie-overzicht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3  •  Toegepaste fysica 5BCW  •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0695C"/>
                </a:solidFill>
              </a:rPr>
              <a:t>Benodigdheden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5 weerstanden met kleurcode (verschillende waarden), digitale multimeter met snoeren, instructiekaart multimeter, breadboard of montagebord met klemmen, regelbare gelijkspanningsbron, snoeren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0695C"/>
                </a:solidFill>
              </a:rPr>
              <a:t>Theorie-overzicht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Kleurcode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Zie tabel in Bijlage 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Voorbeeld: geel-violet-rood-goud = 47 × 10² Ω = 4,7 kΩ ± 5 %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Tolerantiegrenzen: 4,7 kΩ ± 0,235 kΩ → [4,465 kΩ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4,935 kΩ]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Wet van Ohm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Weerstand volgt uit spanning en stroomsterkte:</a:t>
            </a:r>
          </a:p>
          <a:p>
            <a:pPr algn="ctr">
              <a:spcBef>
                <a:spcPts val="600"/>
              </a:spcBef>
              <a:spcAft>
                <a:spcPts val="1400"/>
              </a:spcAft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ParaPr>
                      <m:jc m:val="centerGroup"/>
                    </m:oMathParaPr>
                    <m:oMath>
                      <m:r>
                        <a:rPr lang="nl-BE" sz="22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R</m:t>
                      </m:r>
                      <m:r>
                        <a:rPr lang="nl-BE" sz="22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=</m:t>
                      </m:r>
                      <m:f>
                        <m:fPr/>
                        <m:num>
                          <m:r>
                            <a:rPr lang="nl-BE" sz="22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U</m:t>
                          </m:r>
                        </m:num>
                        <m:den>
                          <m:r>
                            <a:rPr lang="nl-BE" sz="22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I</m:t>
                          </m:r>
                        </m:den>
                      </m:f>
                      <m:r>
                        <a:rPr lang="nl-BE" sz="22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   </m:t>
                      </m:r>
                      <m:r>
                        <a:rPr lang="nl-BE" sz="22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lang="nl-BE" sz="22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Ω</m:t>
                      </m:r>
                      <m:r>
                        <a:rPr lang="nl-BE" sz="22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=</m:t>
                      </m:r>
                      <m:f>
                        <m:fPr/>
                        <m:num>
                          <m:r>
                            <m:rPr>
                              <m:sty m:val="p"/>
                            </m:rPr>
                            <a:rPr lang="nl-BE" sz="22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V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nl-BE" sz="22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A</m:t>
                          </m:r>
                        </m:den>
                      </m:f>
                      <m:r>
                        <a:rPr lang="nl-BE" sz="22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mc:Choice>
              <mc:Fallback>
                <a:r>
                  <a:rPr lang="nl-BE" sz="2200" b="1">
                    <a:solidFill>
                      <a:srgbClr val="00695C"/>
                    </a:solidFill>
                  </a:rPr>
                  <a:t>R = U / I  [Ω = V / A]</a:t>
                </a:r>
              </mc:Fallback>
            </mc:AlternateContent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Multimeter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Ohmmeter: weerstand uit kring halen (nooit meten onder spanning!)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Benodigdheden • Theorie-overzicht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3  •  Toegepaste fysica 5BCW  •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Voltmeter: parallel, grootste bereik eerst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Ampèremeter: in serie, snoer in de A- of mA-klem, grootste bereik eerst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Nauwkeurigheid: zie instructiekaart (bv. ± 0,8 % + 2 digits)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VEILIGHEID // NAUWKEURIGHEID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3  •  Toegepaste fysica 5BCW  • 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Weerstand nooit meten met ohmmeter terwijl ze in kring onder spanning zit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Ampèremeter nooit rechtstreeks over bron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Na stroommeting snoer terug in de V/Ω-klem steken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Kleine weerstanden (&lt; 100 Ω) kunnen warm worden bij enkele volt: beperk spanning (P = U²/R ≤ 0,25 W)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Meten, noteren, observeren – volgens plan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Noteer alles meteen op het werkblad: tabellen, waarnemingen, foto's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3  •  Toegepaste fysica 5BCW  •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i="1">
                <a:solidFill>
                  <a:srgbClr val="595959"/>
                </a:solidFill>
              </a:rPr>
              <a:t>Links: kleurringen bij weerstand met 4 en met 5 ringen (1-2-(3)-vermenigvuldiger-tolerantie-(temp. coëff.))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Rechts: digitale multimeter met meetsnoeren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1. Lees van elke weerstand kleurcode af en bereken nominale waarde, tolerantie en tolerantiegrenzen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2. Meet elke weerstand met ohmmeter (juiste bereik; noteer afleesnauwkeurigheid)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Ligt waarde binnen grenzen?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3. Kies één weerstand (≥ 100 Ω)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Bouw kring bron – weerstand – ampèremeter, met voltmeter over weerstand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Teken schema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Laat controleren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4. Stel 3 verschillende spanningen in (bv. 2, 4, 6 V), meet U en I en bereken R = U/I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Vergelijk met ohmmeter-waarde</a:t>
            </a:r>
          </a:p>
        </p:txBody>
      </p:sp>
      <p:pic>
        <p:nvPicPr>
          <p:cNvPr id="6" name="Picture 5" descr="kleur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9" y="3134187"/>
            <a:ext cx="1874520" cy="1001106"/>
          </a:xfrm>
          <a:prstGeom prst="rect">
            <a:avLst/>
          </a:prstGeom>
        </p:spPr>
      </p:pic>
      <p:pic>
        <p:nvPicPr>
          <p:cNvPr id="7" name="Picture 6" descr="gen_multime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59" y="3123152"/>
            <a:ext cx="1874520" cy="10231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3  •  Toegepaste fysica 5BCW  • 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583"/>
                <a:gridCol w="2438334"/>
                <a:gridCol w="1015972"/>
                <a:gridCol w="1422361"/>
                <a:gridCol w="1015972"/>
                <a:gridCol w="1015972"/>
                <a:gridCol w="1930347"/>
                <a:gridCol w="1828750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Kleuren (ring 1-2-3-4-5)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R_nominaal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Tolerantie (%)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Ondergrens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Bovengrens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R_gemeten (Ω-meter)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Binnen tolerantie?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R4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3  •  Toegepaste fysica 5BCW  •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1">
                <a:solidFill>
                  <a:srgbClr val="262626"/>
                </a:solidFill>
              </a:rPr>
              <a:t>Schema van kring (met symbolen voor bron, weerstand, V- en A-meter):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7555.2000000002"/>
          <a:ext cx="1127729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7362"/>
                <a:gridCol w="2050417"/>
                <a:gridCol w="2050417"/>
                <a:gridCol w="3759098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Meting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 (V)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 (A)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 = U/I (Ω)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Gemiddelde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R – REFLECTEREN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Kloppen de resultaten? Wat leren we eruit?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Besluit – foutenanalyse – reflectievragen – verslag en evaluatie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Besluit • Reflectievragen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3  •  Toegepaste fysica 5BCW  •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0695C"/>
                </a:solidFill>
              </a:rPr>
              <a:t>Besluit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• Beantwoord onderzoeksvraag, onderbouwd met je metingen (getallen, grafiek)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• Klopt je hypothese?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Leg uit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695C"/>
                </a:solidFill>
              </a:rPr>
              <a:t>Reflectievragen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1. Welke van beide methodes (ohmmeter of U/I) vind je betrouwbaarst?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Waarom?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Welke meetonzekerheden spelen bij elk rol?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2. Weerstand van 220 Ω ± 10 % meet 250 Ω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Is hij defect?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Toon aan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3. Waarom begin je altijd met grootste meetbereik?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Wat is nadeel van te groot bereik?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4. Hoeveel beduidende cijfers geef je op voor R als U = 4,02 V en I = 0,018 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Bereken R correct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 – Reflecteren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3  •  Toegepaste fysica 5BCW  •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0695C"/>
                </a:solidFill>
              </a:rPr>
              <a:t>STEM-ONTWERPOPDRACHT (LPD 4 S) – onbekende weerstand zonder kleurcode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Je krijgt weerstand waarvan ringen onleesbaar zijn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Bedenk twee verschillende manieren om zijn waarde te bepalen met materiaal op tafel, voer beide uit en vergelijk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Welke methode is nauwkeurigst en waarom?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0695C"/>
                </a:solidFill>
              </a:rPr>
              <a:t>WAT, HOE EN WANNEER WORDT GEËVALUEERD IN DIT LABO?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PRODUCT (60 %) – wat: correct ingevulde tabellen met eenheden en beduidende cijfers, schema, berekening tolerantiegrenzen, ontwerpvraag, antwoorden reflectie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PRODUCT – hoe en wanneer: puntenverdeling /10 (Bijlage B), groepspunt, feedback in feedbackblok; deadline = één week na labo, 23.59 u, Smartschool-uploadzone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PRODUCT – wat dien je in: ingevulde werkbladen als PDF in uploadzone – GEEN Excel-verslag (kort apparatuurpracticum)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PROCES &amp; ATTITUDE (40 %) – wat: correcte handelingen met multimeter (bereik, klemmen, serie/parallel), kring laten controleren, ordelijk werken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PROCES &amp; ATTITUDE – hoe: observatie door leerkracht met rubric van Bijlage C (10 thema's × 5 niveaus), individueel punt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PEER-EVALUATIE: niet voorzien bij dit labo (tenzij leerkracht dit aankondigt)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